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77" r:id="rId2"/>
    <p:sldId id="278" r:id="rId3"/>
    <p:sldId id="260" r:id="rId4"/>
    <p:sldId id="265" r:id="rId5"/>
    <p:sldId id="261" r:id="rId6"/>
    <p:sldId id="274" r:id="rId7"/>
    <p:sldId id="263" r:id="rId8"/>
    <p:sldId id="262" r:id="rId9"/>
    <p:sldId id="264" r:id="rId10"/>
    <p:sldId id="280" r:id="rId11"/>
    <p:sldId id="282" r:id="rId12"/>
    <p:sldId id="283" r:id="rId13"/>
    <p:sldId id="284" r:id="rId14"/>
    <p:sldId id="285" r:id="rId15"/>
    <p:sldId id="281" r:id="rId16"/>
    <p:sldId id="267" r:id="rId17"/>
    <p:sldId id="286" r:id="rId18"/>
    <p:sldId id="287" r:id="rId19"/>
    <p:sldId id="288" r:id="rId20"/>
    <p:sldId id="289" r:id="rId21"/>
    <p:sldId id="292" r:id="rId22"/>
    <p:sldId id="290" r:id="rId23"/>
    <p:sldId id="293" r:id="rId24"/>
    <p:sldId id="291" r:id="rId25"/>
    <p:sldId id="294" r:id="rId26"/>
    <p:sldId id="295" r:id="rId27"/>
    <p:sldId id="297" r:id="rId28"/>
    <p:sldId id="298" r:id="rId29"/>
    <p:sldId id="299" r:id="rId30"/>
    <p:sldId id="300" r:id="rId31"/>
    <p:sldId id="276" r:id="rId32"/>
    <p:sldId id="273" r:id="rId33"/>
    <p:sldId id="266" r:id="rId34"/>
    <p:sldId id="271" r:id="rId35"/>
    <p:sldId id="279" r:id="rId36"/>
    <p:sldId id="268" r:id="rId37"/>
    <p:sldId id="269" r:id="rId3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sans titre" id="{EA36D2D7-C092-4C86-B6A5-4DB3A79FCEDE}">
          <p14:sldIdLst>
            <p14:sldId id="277"/>
            <p14:sldId id="278"/>
            <p14:sldId id="260"/>
            <p14:sldId id="265"/>
            <p14:sldId id="261"/>
            <p14:sldId id="274"/>
            <p14:sldId id="263"/>
            <p14:sldId id="262"/>
            <p14:sldId id="264"/>
            <p14:sldId id="280"/>
            <p14:sldId id="282"/>
            <p14:sldId id="283"/>
            <p14:sldId id="284"/>
            <p14:sldId id="285"/>
            <p14:sldId id="281"/>
            <p14:sldId id="267"/>
            <p14:sldId id="286"/>
            <p14:sldId id="287"/>
            <p14:sldId id="288"/>
            <p14:sldId id="289"/>
            <p14:sldId id="292"/>
            <p14:sldId id="290"/>
            <p14:sldId id="293"/>
            <p14:sldId id="291"/>
            <p14:sldId id="294"/>
            <p14:sldId id="295"/>
            <p14:sldId id="297"/>
            <p14:sldId id="298"/>
            <p14:sldId id="299"/>
            <p14:sldId id="300"/>
            <p14:sldId id="276"/>
            <p14:sldId id="273"/>
            <p14:sldId id="266"/>
            <p14:sldId id="271"/>
            <p14:sldId id="279"/>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07C00"/>
    <a:srgbClr val="C4C090"/>
    <a:srgbClr val="007F00"/>
    <a:srgbClr val="92C8FF"/>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CB38AD-84BB-4144-8F72-86D2040B4221}" v="55" dt="2026-09-03T13:23:58.848"/>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Style léger 3 - Accentuation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0505E3EF-67EA-436B-97B2-0124C06EBD24}" styleName="Style moyen 4 - Accentuation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26" autoAdjust="0"/>
    <p:restoredTop sz="94660"/>
  </p:normalViewPr>
  <p:slideViewPr>
    <p:cSldViewPr snapToGrid="0">
      <p:cViewPr varScale="1">
        <p:scale>
          <a:sx n="69" d="100"/>
          <a:sy n="69" d="100"/>
        </p:scale>
        <p:origin x="93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es Zounon" userId="5a5f61b3e4cd8107" providerId="LiveId" clId="{041D0D46-E388-45E8-AD67-F581520B7D2D}"/>
    <pc:docChg chg="undo redo custSel addSld delSld modSld sldOrd addSection delSection modSection">
      <pc:chgData name="Ines Zounon" userId="5a5f61b3e4cd8107" providerId="LiveId" clId="{041D0D46-E388-45E8-AD67-F581520B7D2D}" dt="2026-09-03T13:24:07.747" v="5472" actId="113"/>
      <pc:docMkLst>
        <pc:docMk/>
      </pc:docMkLst>
      <pc:sldChg chg="modSp mod ord">
        <pc:chgData name="Ines Zounon" userId="5a5f61b3e4cd8107" providerId="LiveId" clId="{041D0D46-E388-45E8-AD67-F581520B7D2D}" dt="2026-08-10T10:10:09.723" v="4264" actId="255"/>
        <pc:sldMkLst>
          <pc:docMk/>
          <pc:sldMk cId="3912944467" sldId="262"/>
        </pc:sldMkLst>
        <pc:spChg chg="mod">
          <ac:chgData name="Ines Zounon" userId="5a5f61b3e4cd8107" providerId="LiveId" clId="{041D0D46-E388-45E8-AD67-F581520B7D2D}" dt="2026-08-10T10:10:09.723" v="4264" actId="255"/>
          <ac:spMkLst>
            <pc:docMk/>
            <pc:sldMk cId="3912944467" sldId="262"/>
            <ac:spMk id="2" creationId="{0176BCDC-87B6-6035-16EF-8F4BD9EF1036}"/>
          </ac:spMkLst>
        </pc:spChg>
      </pc:sldChg>
      <pc:sldChg chg="ord">
        <pc:chgData name="Ines Zounon" userId="5a5f61b3e4cd8107" providerId="LiveId" clId="{041D0D46-E388-45E8-AD67-F581520B7D2D}" dt="2026-08-07T14:00:32.458" v="58"/>
        <pc:sldMkLst>
          <pc:docMk/>
          <pc:sldMk cId="417755240" sldId="263"/>
        </pc:sldMkLst>
      </pc:sldChg>
      <pc:sldChg chg="modSp mod ord">
        <pc:chgData name="Ines Zounon" userId="5a5f61b3e4cd8107" providerId="LiveId" clId="{041D0D46-E388-45E8-AD67-F581520B7D2D}" dt="2026-08-10T10:10:05.029" v="4263" actId="255"/>
        <pc:sldMkLst>
          <pc:docMk/>
          <pc:sldMk cId="1933590688" sldId="264"/>
        </pc:sldMkLst>
        <pc:spChg chg="mod">
          <ac:chgData name="Ines Zounon" userId="5a5f61b3e4cd8107" providerId="LiveId" clId="{041D0D46-E388-45E8-AD67-F581520B7D2D}" dt="2026-08-10T10:10:05.029" v="4263" actId="255"/>
          <ac:spMkLst>
            <pc:docMk/>
            <pc:sldMk cId="1933590688" sldId="264"/>
            <ac:spMk id="2" creationId="{0176BCDC-87B6-6035-16EF-8F4BD9EF1036}"/>
          </ac:spMkLst>
        </pc:spChg>
      </pc:sldChg>
      <pc:sldChg chg="addSp delSp modSp mod ord modClrScheme chgLayout">
        <pc:chgData name="Ines Zounon" userId="5a5f61b3e4cd8107" providerId="LiveId" clId="{041D0D46-E388-45E8-AD67-F581520B7D2D}" dt="2026-08-07T15:28:13.325" v="1381" actId="14100"/>
        <pc:sldMkLst>
          <pc:docMk/>
          <pc:sldMk cId="1908549511" sldId="265"/>
        </pc:sldMkLst>
        <pc:spChg chg="mod">
          <ac:chgData name="Ines Zounon" userId="5a5f61b3e4cd8107" providerId="LiveId" clId="{041D0D46-E388-45E8-AD67-F581520B7D2D}" dt="2026-08-07T15:10:48.404" v="624" actId="20577"/>
          <ac:spMkLst>
            <pc:docMk/>
            <pc:sldMk cId="1908549511" sldId="265"/>
            <ac:spMk id="35" creationId="{9639EE45-3CEB-4173-3BFA-B8E8679ED244}"/>
          </ac:spMkLst>
        </pc:spChg>
        <pc:spChg chg="add mod ord">
          <ac:chgData name="Ines Zounon" userId="5a5f61b3e4cd8107" providerId="LiveId" clId="{041D0D46-E388-45E8-AD67-F581520B7D2D}" dt="2026-08-07T15:28:13.325" v="1381" actId="14100"/>
          <ac:spMkLst>
            <pc:docMk/>
            <pc:sldMk cId="1908549511" sldId="265"/>
            <ac:spMk id="36" creationId="{653C39F2-1800-832D-DB9A-BE63DFC0D86C}"/>
          </ac:spMkLst>
        </pc:spChg>
        <pc:picChg chg="add mod">
          <ac:chgData name="Ines Zounon" userId="5a5f61b3e4cd8107" providerId="LiveId" clId="{041D0D46-E388-45E8-AD67-F581520B7D2D}" dt="2026-08-07T15:10:53.713" v="626" actId="1076"/>
          <ac:picMkLst>
            <pc:docMk/>
            <pc:sldMk cId="1908549511" sldId="265"/>
            <ac:picMk id="33" creationId="{CB4A02A8-0DE2-9D75-4FC5-16341FD4A09B}"/>
          </ac:picMkLst>
        </pc:picChg>
        <pc:picChg chg="add mod">
          <ac:chgData name="Ines Zounon" userId="5a5f61b3e4cd8107" providerId="LiveId" clId="{041D0D46-E388-45E8-AD67-F581520B7D2D}" dt="2026-08-07T15:17:43.509" v="1028"/>
          <ac:picMkLst>
            <pc:docMk/>
            <pc:sldMk cId="1908549511" sldId="265"/>
            <ac:picMk id="41" creationId="{2F782AB2-2453-DB8D-AAED-E8C2C7894C56}"/>
          </ac:picMkLst>
        </pc:picChg>
      </pc:sldChg>
      <pc:sldChg chg="addSp delSp modSp mod modClrScheme delDesignElem chgLayout">
        <pc:chgData name="Ines Zounon" userId="5a5f61b3e4cd8107" providerId="LiveId" clId="{041D0D46-E388-45E8-AD67-F581520B7D2D}" dt="2026-09-03T12:43:07.768" v="4999" actId="478"/>
        <pc:sldMkLst>
          <pc:docMk/>
          <pc:sldMk cId="631744280" sldId="266"/>
        </pc:sldMkLst>
        <pc:spChg chg="mod ord">
          <ac:chgData name="Ines Zounon" userId="5a5f61b3e4cd8107" providerId="LiveId" clId="{041D0D46-E388-45E8-AD67-F581520B7D2D}" dt="2026-08-10T08:08:07.890" v="1982" actId="700"/>
          <ac:spMkLst>
            <pc:docMk/>
            <pc:sldMk cId="631744280" sldId="266"/>
            <ac:spMk id="2" creationId="{DD4493C5-3800-1FA3-A5BB-A9C15A6C758A}"/>
          </ac:spMkLst>
        </pc:spChg>
        <pc:spChg chg="add del mod ord">
          <ac:chgData name="Ines Zounon" userId="5a5f61b3e4cd8107" providerId="LiveId" clId="{041D0D46-E388-45E8-AD67-F581520B7D2D}" dt="2026-09-03T12:43:07.768" v="4999" actId="478"/>
          <ac:spMkLst>
            <pc:docMk/>
            <pc:sldMk cId="631744280" sldId="266"/>
            <ac:spMk id="4" creationId="{7AC154C7-5A5E-5CF7-9629-943B5D592F44}"/>
          </ac:spMkLst>
        </pc:spChg>
        <pc:spChg chg="mod ord">
          <ac:chgData name="Ines Zounon" userId="5a5f61b3e4cd8107" providerId="LiveId" clId="{041D0D46-E388-45E8-AD67-F581520B7D2D}" dt="2026-08-10T08:08:07.890" v="1982" actId="700"/>
          <ac:spMkLst>
            <pc:docMk/>
            <pc:sldMk cId="631744280" sldId="266"/>
            <ac:spMk id="5" creationId="{2D84D457-8567-9A5A-D32E-56F64D59C82B}"/>
          </ac:spMkLst>
        </pc:spChg>
      </pc:sldChg>
      <pc:sldChg chg="addSp modSp mod ord modClrScheme chgLayout">
        <pc:chgData name="Ines Zounon" userId="5a5f61b3e4cd8107" providerId="LiveId" clId="{041D0D46-E388-45E8-AD67-F581520B7D2D}" dt="2026-08-10T08:08:07.890" v="1982" actId="700"/>
        <pc:sldMkLst>
          <pc:docMk/>
          <pc:sldMk cId="3220681212" sldId="268"/>
        </pc:sldMkLst>
        <pc:spChg chg="add mod ord">
          <ac:chgData name="Ines Zounon" userId="5a5f61b3e4cd8107" providerId="LiveId" clId="{041D0D46-E388-45E8-AD67-F581520B7D2D}" dt="2026-08-10T08:08:07.890" v="1982" actId="700"/>
          <ac:spMkLst>
            <pc:docMk/>
            <pc:sldMk cId="3220681212" sldId="268"/>
            <ac:spMk id="11" creationId="{AD69C7ED-1BFF-19F5-1D63-8F3A137E681A}"/>
          </ac:spMkLst>
        </pc:spChg>
        <pc:spChg chg="mod ord">
          <ac:chgData name="Ines Zounon" userId="5a5f61b3e4cd8107" providerId="LiveId" clId="{041D0D46-E388-45E8-AD67-F581520B7D2D}" dt="2026-08-10T08:08:07.890" v="1982" actId="700"/>
          <ac:spMkLst>
            <pc:docMk/>
            <pc:sldMk cId="3220681212" sldId="268"/>
            <ac:spMk id="12" creationId="{7D9D4DD4-3DA4-55C5-9A57-27BC4BC4CE8A}"/>
          </ac:spMkLst>
        </pc:spChg>
        <pc:spChg chg="add mod ord">
          <ac:chgData name="Ines Zounon" userId="5a5f61b3e4cd8107" providerId="LiveId" clId="{041D0D46-E388-45E8-AD67-F581520B7D2D}" dt="2026-08-10T08:08:07.890" v="1982" actId="700"/>
          <ac:spMkLst>
            <pc:docMk/>
            <pc:sldMk cId="3220681212" sldId="268"/>
            <ac:spMk id="13" creationId="{B7812376-19D8-D0C0-ED93-5380CD594B43}"/>
          </ac:spMkLst>
        </pc:spChg>
      </pc:sldChg>
      <pc:sldChg chg="addSp modSp mod modClrScheme chgLayout">
        <pc:chgData name="Ines Zounon" userId="5a5f61b3e4cd8107" providerId="LiveId" clId="{041D0D46-E388-45E8-AD67-F581520B7D2D}" dt="2026-08-10T08:08:07.890" v="1982" actId="700"/>
        <pc:sldMkLst>
          <pc:docMk/>
          <pc:sldMk cId="2226972982" sldId="269"/>
        </pc:sldMkLst>
        <pc:spChg chg="add mod ord">
          <ac:chgData name="Ines Zounon" userId="5a5f61b3e4cd8107" providerId="LiveId" clId="{041D0D46-E388-45E8-AD67-F581520B7D2D}" dt="2026-08-10T08:08:07.890" v="1982" actId="700"/>
          <ac:spMkLst>
            <pc:docMk/>
            <pc:sldMk cId="2226972982" sldId="269"/>
            <ac:spMk id="2" creationId="{3D21C1A4-24C7-A143-74C4-B3DD84C0ADFE}"/>
          </ac:spMkLst>
        </pc:spChg>
        <pc:spChg chg="mod ord">
          <ac:chgData name="Ines Zounon" userId="5a5f61b3e4cd8107" providerId="LiveId" clId="{041D0D46-E388-45E8-AD67-F581520B7D2D}" dt="2026-08-10T08:08:07.890" v="1982" actId="700"/>
          <ac:spMkLst>
            <pc:docMk/>
            <pc:sldMk cId="2226972982" sldId="269"/>
            <ac:spMk id="3" creationId="{190FFBBE-71C8-CA86-7B42-2D0EBA1BA1EE}"/>
          </ac:spMkLst>
        </pc:spChg>
        <pc:spChg chg="mod ord">
          <ac:chgData name="Ines Zounon" userId="5a5f61b3e4cd8107" providerId="LiveId" clId="{041D0D46-E388-45E8-AD67-F581520B7D2D}" dt="2026-08-10T08:08:07.890" v="1982" actId="700"/>
          <ac:spMkLst>
            <pc:docMk/>
            <pc:sldMk cId="2226972982" sldId="269"/>
            <ac:spMk id="4" creationId="{C81BF255-DD9B-1CDB-1184-AA2EBF10CDA9}"/>
          </ac:spMkLst>
        </pc:spChg>
      </pc:sldChg>
      <pc:sldChg chg="addSp modSp mod ord">
        <pc:chgData name="Ines Zounon" userId="5a5f61b3e4cd8107" providerId="LiveId" clId="{041D0D46-E388-45E8-AD67-F581520B7D2D}" dt="2026-08-11T09:01:08.501" v="4865"/>
        <pc:sldMkLst>
          <pc:docMk/>
          <pc:sldMk cId="3181534108" sldId="271"/>
        </pc:sldMkLst>
        <pc:spChg chg="mod">
          <ac:chgData name="Ines Zounon" userId="5a5f61b3e4cd8107" providerId="LiveId" clId="{041D0D46-E388-45E8-AD67-F581520B7D2D}" dt="2026-08-07T15:34:35.592" v="1468" actId="20577"/>
          <ac:spMkLst>
            <pc:docMk/>
            <pc:sldMk cId="3181534108" sldId="271"/>
            <ac:spMk id="3" creationId="{ECC96F17-2A2A-468D-B2CC-E82F98D929D6}"/>
          </ac:spMkLst>
        </pc:spChg>
        <pc:spChg chg="mod">
          <ac:chgData name="Ines Zounon" userId="5a5f61b3e4cd8107" providerId="LiveId" clId="{041D0D46-E388-45E8-AD67-F581520B7D2D}" dt="2026-08-07T15:31:26.983" v="1422" actId="1076"/>
          <ac:spMkLst>
            <pc:docMk/>
            <pc:sldMk cId="3181534108" sldId="271"/>
            <ac:spMk id="4" creationId="{C81BF255-DD9B-1CDB-1184-AA2EBF10CDA9}"/>
          </ac:spMkLst>
        </pc:spChg>
      </pc:sldChg>
      <pc:sldChg chg="addSp delSp modSp mod modClrScheme chgLayout">
        <pc:chgData name="Ines Zounon" userId="5a5f61b3e4cd8107" providerId="LiveId" clId="{041D0D46-E388-45E8-AD67-F581520B7D2D}" dt="2026-08-10T08:26:31.667" v="2516" actId="478"/>
        <pc:sldMkLst>
          <pc:docMk/>
          <pc:sldMk cId="3766252620" sldId="273"/>
        </pc:sldMkLst>
        <pc:spChg chg="mod ord">
          <ac:chgData name="Ines Zounon" userId="5a5f61b3e4cd8107" providerId="LiveId" clId="{041D0D46-E388-45E8-AD67-F581520B7D2D}" dt="2026-08-10T08:08:07.890" v="1982" actId="700"/>
          <ac:spMkLst>
            <pc:docMk/>
            <pc:sldMk cId="3766252620" sldId="273"/>
            <ac:spMk id="5" creationId="{546DB2BC-72E9-B56B-F100-1ECA8EAC6743}"/>
          </ac:spMkLst>
        </pc:spChg>
      </pc:sldChg>
      <pc:sldChg chg="ord">
        <pc:chgData name="Ines Zounon" userId="5a5f61b3e4cd8107" providerId="LiveId" clId="{041D0D46-E388-45E8-AD67-F581520B7D2D}" dt="2026-08-11T07:59:47.504" v="4266"/>
        <pc:sldMkLst>
          <pc:docMk/>
          <pc:sldMk cId="138004188" sldId="274"/>
        </pc:sldMkLst>
      </pc:sldChg>
      <pc:sldChg chg="addSp delSp modSp mod modClrScheme chgLayout">
        <pc:chgData name="Ines Zounon" userId="5a5f61b3e4cd8107" providerId="LiveId" clId="{041D0D46-E388-45E8-AD67-F581520B7D2D}" dt="2026-08-10T08:26:38.617" v="2518" actId="478"/>
        <pc:sldMkLst>
          <pc:docMk/>
          <pc:sldMk cId="3677305087" sldId="276"/>
        </pc:sldMkLst>
        <pc:spChg chg="mod ord">
          <ac:chgData name="Ines Zounon" userId="5a5f61b3e4cd8107" providerId="LiveId" clId="{041D0D46-E388-45E8-AD67-F581520B7D2D}" dt="2026-08-10T08:08:07.890" v="1982" actId="700"/>
          <ac:spMkLst>
            <pc:docMk/>
            <pc:sldMk cId="3677305087" sldId="276"/>
            <ac:spMk id="5" creationId="{05C5E1C5-B5A1-6F97-190D-A522D520306D}"/>
          </ac:spMkLst>
        </pc:spChg>
      </pc:sldChg>
      <pc:sldChg chg="addSp delSp modSp mod">
        <pc:chgData name="Ines Zounon" userId="5a5f61b3e4cd8107" providerId="LiveId" clId="{041D0D46-E388-45E8-AD67-F581520B7D2D}" dt="2026-08-07T14:56:55.940" v="548" actId="20577"/>
        <pc:sldMkLst>
          <pc:docMk/>
          <pc:sldMk cId="483079429" sldId="277"/>
        </pc:sldMkLst>
        <pc:spChg chg="mod ord">
          <ac:chgData name="Ines Zounon" userId="5a5f61b3e4cd8107" providerId="LiveId" clId="{041D0D46-E388-45E8-AD67-F581520B7D2D}" dt="2026-08-07T14:52:35.029" v="535" actId="26606"/>
          <ac:spMkLst>
            <pc:docMk/>
            <pc:sldMk cId="483079429" sldId="277"/>
            <ac:spMk id="8" creationId="{5F309F19-8215-2E3F-6453-DDF48D763DCC}"/>
          </ac:spMkLst>
        </pc:spChg>
        <pc:spChg chg="add mod">
          <ac:chgData name="Ines Zounon" userId="5a5f61b3e4cd8107" providerId="LiveId" clId="{041D0D46-E388-45E8-AD67-F581520B7D2D}" dt="2026-08-07T14:56:55.940" v="548" actId="20577"/>
          <ac:spMkLst>
            <pc:docMk/>
            <pc:sldMk cId="483079429" sldId="277"/>
            <ac:spMk id="10" creationId="{0B73CC89-5863-98AE-C229-92208B76495D}"/>
          </ac:spMkLst>
        </pc:spChg>
        <pc:spChg chg="add">
          <ac:chgData name="Ines Zounon" userId="5a5f61b3e4cd8107" providerId="LiveId" clId="{041D0D46-E388-45E8-AD67-F581520B7D2D}" dt="2026-08-07T14:52:35.029" v="535" actId="26606"/>
          <ac:spMkLst>
            <pc:docMk/>
            <pc:sldMk cId="483079429" sldId="277"/>
            <ac:spMk id="17" creationId="{FB5B0058-AF13-4859-B429-4EDDE2A26F7F}"/>
          </ac:spMkLst>
        </pc:spChg>
        <pc:spChg chg="add">
          <ac:chgData name="Ines Zounon" userId="5a5f61b3e4cd8107" providerId="LiveId" clId="{041D0D46-E388-45E8-AD67-F581520B7D2D}" dt="2026-08-07T14:52:35.029" v="535" actId="26606"/>
          <ac:spMkLst>
            <pc:docMk/>
            <pc:sldMk cId="483079429" sldId="277"/>
            <ac:spMk id="19" creationId="{0277405F-0B4F-4418-B773-1B38814125B6}"/>
          </ac:spMkLst>
        </pc:spChg>
        <pc:picChg chg="mod ord">
          <ac:chgData name="Ines Zounon" userId="5a5f61b3e4cd8107" providerId="LiveId" clId="{041D0D46-E388-45E8-AD67-F581520B7D2D}" dt="2026-08-07T14:52:35.029" v="535" actId="26606"/>
          <ac:picMkLst>
            <pc:docMk/>
            <pc:sldMk cId="483079429" sldId="277"/>
            <ac:picMk id="6" creationId="{A1717B0B-416F-574F-3F9A-2E30EF65C49F}"/>
          </ac:picMkLst>
        </pc:picChg>
        <pc:picChg chg="add mod">
          <ac:chgData name="Ines Zounon" userId="5a5f61b3e4cd8107" providerId="LiveId" clId="{041D0D46-E388-45E8-AD67-F581520B7D2D}" dt="2026-08-07T14:52:35.029" v="535" actId="26606"/>
          <ac:picMkLst>
            <pc:docMk/>
            <pc:sldMk cId="483079429" sldId="277"/>
            <ac:picMk id="12" creationId="{E2DEBC9D-09A9-1B6D-BCDE-8DF9CF3A38A0}"/>
          </ac:picMkLst>
        </pc:picChg>
      </pc:sldChg>
      <pc:sldChg chg="modSp mod">
        <pc:chgData name="Ines Zounon" userId="5a5f61b3e4cd8107" providerId="LiveId" clId="{041D0D46-E388-45E8-AD67-F581520B7D2D}" dt="2026-08-07T14:48:58.194" v="495" actId="120"/>
        <pc:sldMkLst>
          <pc:docMk/>
          <pc:sldMk cId="223102059" sldId="278"/>
        </pc:sldMkLst>
        <pc:spChg chg="mod">
          <ac:chgData name="Ines Zounon" userId="5a5f61b3e4cd8107" providerId="LiveId" clId="{041D0D46-E388-45E8-AD67-F581520B7D2D}" dt="2026-08-07T14:48:58.194" v="495" actId="120"/>
          <ac:spMkLst>
            <pc:docMk/>
            <pc:sldMk cId="223102059" sldId="278"/>
            <ac:spMk id="2" creationId="{FD84BFC7-8C63-89B5-4D3F-93A408391A29}"/>
          </ac:spMkLst>
        </pc:spChg>
      </pc:sldChg>
      <pc:sldChg chg="addSp modSp add mod modClrScheme chgLayout">
        <pc:chgData name="Ines Zounon" userId="5a5f61b3e4cd8107" providerId="LiveId" clId="{041D0D46-E388-45E8-AD67-F581520B7D2D}" dt="2026-08-10T08:08:07.890" v="1982" actId="700"/>
        <pc:sldMkLst>
          <pc:docMk/>
          <pc:sldMk cId="1144761673" sldId="279"/>
        </pc:sldMkLst>
        <pc:spChg chg="mod ord">
          <ac:chgData name="Ines Zounon" userId="5a5f61b3e4cd8107" providerId="LiveId" clId="{041D0D46-E388-45E8-AD67-F581520B7D2D}" dt="2026-08-10T08:08:07.890" v="1982" actId="700"/>
          <ac:spMkLst>
            <pc:docMk/>
            <pc:sldMk cId="1144761673" sldId="279"/>
            <ac:spMk id="2" creationId="{BB3DF473-3F2B-E0AD-F971-B15B708E1AA8}"/>
          </ac:spMkLst>
        </pc:spChg>
        <pc:spChg chg="add mod ord">
          <ac:chgData name="Ines Zounon" userId="5a5f61b3e4cd8107" providerId="LiveId" clId="{041D0D46-E388-45E8-AD67-F581520B7D2D}" dt="2026-08-10T08:08:07.890" v="1982" actId="700"/>
          <ac:spMkLst>
            <pc:docMk/>
            <pc:sldMk cId="1144761673" sldId="279"/>
            <ac:spMk id="14" creationId="{EF17912C-55E3-024E-42DB-C67FA262CCBB}"/>
          </ac:spMkLst>
        </pc:spChg>
        <pc:spChg chg="mod ord">
          <ac:chgData name="Ines Zounon" userId="5a5f61b3e4cd8107" providerId="LiveId" clId="{041D0D46-E388-45E8-AD67-F581520B7D2D}" dt="2026-08-10T08:08:07.890" v="1982" actId="700"/>
          <ac:spMkLst>
            <pc:docMk/>
            <pc:sldMk cId="1144761673" sldId="279"/>
            <ac:spMk id="16" creationId="{7849F93C-194C-5A89-0BD9-838BE79240E8}"/>
          </ac:spMkLst>
        </pc:spChg>
        <pc:cxnChg chg="mod">
          <ac:chgData name="Ines Zounon" userId="5a5f61b3e4cd8107" providerId="LiveId" clId="{041D0D46-E388-45E8-AD67-F581520B7D2D}" dt="2026-08-10T08:08:07.890" v="1982" actId="700"/>
          <ac:cxnSpMkLst>
            <pc:docMk/>
            <pc:sldMk cId="1144761673" sldId="279"/>
            <ac:cxnSpMk id="15" creationId="{1C5FD568-C5C5-A522-0683-A16F55766736}"/>
          </ac:cxnSpMkLst>
        </pc:cxnChg>
        <pc:cxnChg chg="mod">
          <ac:chgData name="Ines Zounon" userId="5a5f61b3e4cd8107" providerId="LiveId" clId="{041D0D46-E388-45E8-AD67-F581520B7D2D}" dt="2026-08-10T08:08:07.890" v="1982" actId="700"/>
          <ac:cxnSpMkLst>
            <pc:docMk/>
            <pc:sldMk cId="1144761673" sldId="279"/>
            <ac:cxnSpMk id="17" creationId="{94F60F6F-6FDB-C63E-E64E-36C9E7A7F838}"/>
          </ac:cxnSpMkLst>
        </pc:cxnChg>
        <pc:cxnChg chg="mod">
          <ac:chgData name="Ines Zounon" userId="5a5f61b3e4cd8107" providerId="LiveId" clId="{041D0D46-E388-45E8-AD67-F581520B7D2D}" dt="2026-08-10T08:08:07.890" v="1982" actId="700"/>
          <ac:cxnSpMkLst>
            <pc:docMk/>
            <pc:sldMk cId="1144761673" sldId="279"/>
            <ac:cxnSpMk id="25" creationId="{15A5B849-1F30-D3BC-D2FD-F2F7F6FF22DB}"/>
          </ac:cxnSpMkLst>
        </pc:cxnChg>
      </pc:sldChg>
      <pc:sldChg chg="addSp delSp modSp add mod">
        <pc:chgData name="Ines Zounon" userId="5a5f61b3e4cd8107" providerId="LiveId" clId="{041D0D46-E388-45E8-AD67-F581520B7D2D}" dt="2026-08-07T15:40:01.309" v="1607" actId="1076"/>
        <pc:sldMkLst>
          <pc:docMk/>
          <pc:sldMk cId="3345405431" sldId="280"/>
        </pc:sldMkLst>
        <pc:spChg chg="add mod">
          <ac:chgData name="Ines Zounon" userId="5a5f61b3e4cd8107" providerId="LiveId" clId="{041D0D46-E388-45E8-AD67-F581520B7D2D}" dt="2026-08-07T15:24:53.604" v="1374" actId="12"/>
          <ac:spMkLst>
            <pc:docMk/>
            <pc:sldMk cId="3345405431" sldId="280"/>
            <ac:spMk id="20" creationId="{B295E53D-90EB-6119-A7E5-CEE70DC72303}"/>
          </ac:spMkLst>
        </pc:spChg>
        <pc:spChg chg="add mod">
          <ac:chgData name="Ines Zounon" userId="5a5f61b3e4cd8107" providerId="LiveId" clId="{041D0D46-E388-45E8-AD67-F581520B7D2D}" dt="2026-08-07T15:39:57.970" v="1606" actId="1076"/>
          <ac:spMkLst>
            <pc:docMk/>
            <pc:sldMk cId="3345405431" sldId="280"/>
            <ac:spMk id="31" creationId="{0C967972-BF7C-F816-E17E-D039A5F2DA4A}"/>
          </ac:spMkLst>
        </pc:spChg>
        <pc:spChg chg="mod">
          <ac:chgData name="Ines Zounon" userId="5a5f61b3e4cd8107" providerId="LiveId" clId="{041D0D46-E388-45E8-AD67-F581520B7D2D}" dt="2026-08-07T15:20:23.128" v="1062" actId="20577"/>
          <ac:spMkLst>
            <pc:docMk/>
            <pc:sldMk cId="3345405431" sldId="280"/>
            <ac:spMk id="35" creationId="{719285B9-E6E2-7C00-08A0-280AEDA1E0ED}"/>
          </ac:spMkLst>
        </pc:spChg>
        <pc:picChg chg="add mod">
          <ac:chgData name="Ines Zounon" userId="5a5f61b3e4cd8107" providerId="LiveId" clId="{041D0D46-E388-45E8-AD67-F581520B7D2D}" dt="2026-08-07T15:21:10.992" v="1071"/>
          <ac:picMkLst>
            <pc:docMk/>
            <pc:sldMk cId="3345405431" sldId="280"/>
            <ac:picMk id="19" creationId="{A0F1501F-13DF-D267-8688-7592DBEA6192}"/>
          </ac:picMkLst>
        </pc:picChg>
      </pc:sldChg>
      <pc:sldChg chg="addSp delSp modSp add mod ord">
        <pc:chgData name="Ines Zounon" userId="5a5f61b3e4cd8107" providerId="LiveId" clId="{041D0D46-E388-45E8-AD67-F581520B7D2D}" dt="2026-08-11T08:23:52.913" v="4566" actId="122"/>
        <pc:sldMkLst>
          <pc:docMk/>
          <pc:sldMk cId="3751949584" sldId="281"/>
        </pc:sldMkLst>
        <pc:spChg chg="mod">
          <ac:chgData name="Ines Zounon" userId="5a5f61b3e4cd8107" providerId="LiveId" clId="{041D0D46-E388-45E8-AD67-F581520B7D2D}" dt="2026-08-07T15:29:47.498" v="1388" actId="20577"/>
          <ac:spMkLst>
            <pc:docMk/>
            <pc:sldMk cId="3751949584" sldId="281"/>
            <ac:spMk id="3" creationId="{EDC54A1B-EF3D-2AAE-E321-F8C47D52B64F}"/>
          </ac:spMkLst>
        </pc:spChg>
        <pc:spChg chg="mod">
          <ac:chgData name="Ines Zounon" userId="5a5f61b3e4cd8107" providerId="LiveId" clId="{041D0D46-E388-45E8-AD67-F581520B7D2D}" dt="2026-08-11T08:21:34.977" v="4403" actId="1076"/>
          <ac:spMkLst>
            <pc:docMk/>
            <pc:sldMk cId="3751949584" sldId="281"/>
            <ac:spMk id="7" creationId="{127336D7-8B51-5B48-C6EF-21A78840D6F3}"/>
          </ac:spMkLst>
        </pc:spChg>
        <pc:spChg chg="add del mod">
          <ac:chgData name="Ines Zounon" userId="5a5f61b3e4cd8107" providerId="LiveId" clId="{041D0D46-E388-45E8-AD67-F581520B7D2D}" dt="2026-08-07T15:43:18.371" v="1665" actId="6549"/>
          <ac:spMkLst>
            <pc:docMk/>
            <pc:sldMk cId="3751949584" sldId="281"/>
            <ac:spMk id="12" creationId="{B5F2A252-9BDA-1D04-CA83-563D64AF6CF5}"/>
          </ac:spMkLst>
        </pc:spChg>
        <pc:spChg chg="add mod">
          <ac:chgData name="Ines Zounon" userId="5a5f61b3e4cd8107" providerId="LiveId" clId="{041D0D46-E388-45E8-AD67-F581520B7D2D}" dt="2026-08-11T08:21:23.855" v="4400" actId="1076"/>
          <ac:spMkLst>
            <pc:docMk/>
            <pc:sldMk cId="3751949584" sldId="281"/>
            <ac:spMk id="14" creationId="{3EC079FC-9857-892C-954E-12F075BFC924}"/>
          </ac:spMkLst>
        </pc:spChg>
        <pc:spChg chg="mod">
          <ac:chgData name="Ines Zounon" userId="5a5f61b3e4cd8107" providerId="LiveId" clId="{041D0D46-E388-45E8-AD67-F581520B7D2D}" dt="2026-08-07T15:37:27.066" v="1518" actId="113"/>
          <ac:spMkLst>
            <pc:docMk/>
            <pc:sldMk cId="3751949584" sldId="281"/>
            <ac:spMk id="21" creationId="{EDE288A0-99E7-16CD-05FC-117131CD02D6}"/>
          </ac:spMkLst>
        </pc:spChg>
        <pc:spChg chg="add mod">
          <ac:chgData name="Ines Zounon" userId="5a5f61b3e4cd8107" providerId="LiveId" clId="{041D0D46-E388-45E8-AD67-F581520B7D2D}" dt="2026-08-11T08:23:52.913" v="4566" actId="122"/>
          <ac:spMkLst>
            <pc:docMk/>
            <pc:sldMk cId="3751949584" sldId="281"/>
            <ac:spMk id="24" creationId="{DE4D8B7E-A212-9B6F-8D46-8360EFA2F92E}"/>
          </ac:spMkLst>
        </pc:spChg>
        <pc:picChg chg="add mod">
          <ac:chgData name="Ines Zounon" userId="5a5f61b3e4cd8107" providerId="LiveId" clId="{041D0D46-E388-45E8-AD67-F581520B7D2D}" dt="2026-08-07T15:44:13.655" v="1677" actId="1076"/>
          <ac:picMkLst>
            <pc:docMk/>
            <pc:sldMk cId="3751949584" sldId="281"/>
            <ac:picMk id="27" creationId="{428CDF5D-8952-ADEA-E68C-1B3A598A0EE9}"/>
          </ac:picMkLst>
        </pc:picChg>
      </pc:sldChg>
      <pc:sldChg chg="addSp delSp modSp add mod">
        <pc:chgData name="Ines Zounon" userId="5a5f61b3e4cd8107" providerId="LiveId" clId="{041D0D46-E388-45E8-AD67-F581520B7D2D}" dt="2026-08-07T15:47:10.101" v="1876" actId="20577"/>
        <pc:sldMkLst>
          <pc:docMk/>
          <pc:sldMk cId="3298161888" sldId="282"/>
        </pc:sldMkLst>
        <pc:spChg chg="add mod">
          <ac:chgData name="Ines Zounon" userId="5a5f61b3e4cd8107" providerId="LiveId" clId="{041D0D46-E388-45E8-AD67-F581520B7D2D}" dt="2026-08-07T15:41:17.091" v="1654" actId="255"/>
          <ac:spMkLst>
            <pc:docMk/>
            <pc:sldMk cId="3298161888" sldId="282"/>
            <ac:spMk id="2" creationId="{C6B82376-03AD-CFF2-C91A-CABB95CFD295}"/>
          </ac:spMkLst>
        </pc:spChg>
        <pc:spChg chg="add mod">
          <ac:chgData name="Ines Zounon" userId="5a5f61b3e4cd8107" providerId="LiveId" clId="{041D0D46-E388-45E8-AD67-F581520B7D2D}" dt="2026-08-07T15:45:59.239" v="1724" actId="1076"/>
          <ac:spMkLst>
            <pc:docMk/>
            <pc:sldMk cId="3298161888" sldId="282"/>
            <ac:spMk id="8" creationId="{98927AF4-1257-F0AF-750E-C33928EECC5F}"/>
          </ac:spMkLst>
        </pc:spChg>
        <pc:spChg chg="add mod">
          <ac:chgData name="Ines Zounon" userId="5a5f61b3e4cd8107" providerId="LiveId" clId="{041D0D46-E388-45E8-AD67-F581520B7D2D}" dt="2026-08-07T15:47:10.101" v="1876" actId="20577"/>
          <ac:spMkLst>
            <pc:docMk/>
            <pc:sldMk cId="3298161888" sldId="282"/>
            <ac:spMk id="10" creationId="{A45EFEB8-398A-8F76-0E5B-DF111FABA141}"/>
          </ac:spMkLst>
        </pc:spChg>
        <pc:spChg chg="mod">
          <ac:chgData name="Ines Zounon" userId="5a5f61b3e4cd8107" providerId="LiveId" clId="{041D0D46-E388-45E8-AD67-F581520B7D2D}" dt="2026-08-07T15:40:39.700" v="1650" actId="20577"/>
          <ac:spMkLst>
            <pc:docMk/>
            <pc:sldMk cId="3298161888" sldId="282"/>
            <ac:spMk id="35" creationId="{18AE060E-0292-EAC2-E199-46347099E436}"/>
          </ac:spMkLst>
        </pc:spChg>
        <pc:picChg chg="add mod">
          <ac:chgData name="Ines Zounon" userId="5a5f61b3e4cd8107" providerId="LiveId" clId="{041D0D46-E388-45E8-AD67-F581520B7D2D}" dt="2026-08-07T15:46:01.417" v="1725" actId="1076"/>
          <ac:picMkLst>
            <pc:docMk/>
            <pc:sldMk cId="3298161888" sldId="282"/>
            <ac:picMk id="4" creationId="{9DC41637-4C61-015D-F3F3-52A9B9AACD7A}"/>
          </ac:picMkLst>
        </pc:picChg>
        <pc:picChg chg="add mod">
          <ac:chgData name="Ines Zounon" userId="5a5f61b3e4cd8107" providerId="LiveId" clId="{041D0D46-E388-45E8-AD67-F581520B7D2D}" dt="2026-08-07T15:45:27.315" v="1678" actId="1076"/>
          <ac:picMkLst>
            <pc:docMk/>
            <pc:sldMk cId="3298161888" sldId="282"/>
            <ac:picMk id="6" creationId="{13193785-3039-2A54-EE27-AC1C19EB48AC}"/>
          </ac:picMkLst>
        </pc:picChg>
      </pc:sldChg>
      <pc:sldChg chg="addSp delSp modSp add mod ord modClrScheme chgLayout">
        <pc:chgData name="Ines Zounon" userId="5a5f61b3e4cd8107" providerId="LiveId" clId="{041D0D46-E388-45E8-AD67-F581520B7D2D}" dt="2026-08-10T08:35:19.692" v="2588" actId="1076"/>
        <pc:sldMkLst>
          <pc:docMk/>
          <pc:sldMk cId="3982608618" sldId="286"/>
        </pc:sldMkLst>
        <pc:spChg chg="add mod ord">
          <ac:chgData name="Ines Zounon" userId="5a5f61b3e4cd8107" providerId="LiveId" clId="{041D0D46-E388-45E8-AD67-F581520B7D2D}" dt="2026-08-10T08:35:00.056" v="2586" actId="20577"/>
          <ac:spMkLst>
            <pc:docMk/>
            <pc:sldMk cId="3982608618" sldId="286"/>
            <ac:spMk id="4" creationId="{4FFE6A88-3CB2-307B-2B7D-384105C3C454}"/>
          </ac:spMkLst>
        </pc:spChg>
        <pc:spChg chg="add mod">
          <ac:chgData name="Ines Zounon" userId="5a5f61b3e4cd8107" providerId="LiveId" clId="{041D0D46-E388-45E8-AD67-F581520B7D2D}" dt="2026-08-10T08:32:35.902" v="2560" actId="1076"/>
          <ac:spMkLst>
            <pc:docMk/>
            <pc:sldMk cId="3982608618" sldId="286"/>
            <ac:spMk id="10" creationId="{DF9C004A-D8CD-BF0B-0E71-59A0A46C9485}"/>
          </ac:spMkLst>
        </pc:spChg>
        <pc:spChg chg="mod">
          <ac:chgData name="Ines Zounon" userId="5a5f61b3e4cd8107" providerId="LiveId" clId="{041D0D46-E388-45E8-AD67-F581520B7D2D}" dt="2026-08-10T08:06:26.917" v="1978" actId="20577"/>
          <ac:spMkLst>
            <pc:docMk/>
            <pc:sldMk cId="3982608618" sldId="286"/>
            <ac:spMk id="35" creationId="{A5DB20C6-66A6-2625-0B70-748E5DAD62B1}"/>
          </ac:spMkLst>
        </pc:spChg>
        <pc:picChg chg="add mod modCrop">
          <ac:chgData name="Ines Zounon" userId="5a5f61b3e4cd8107" providerId="LiveId" clId="{041D0D46-E388-45E8-AD67-F581520B7D2D}" dt="2026-08-10T08:34:41.069" v="2582" actId="732"/>
          <ac:picMkLst>
            <pc:docMk/>
            <pc:sldMk cId="3982608618" sldId="286"/>
            <ac:picMk id="6" creationId="{17D79A37-9E7B-50E7-614F-98903883B512}"/>
          </ac:picMkLst>
        </pc:picChg>
        <pc:picChg chg="add mod">
          <ac:chgData name="Ines Zounon" userId="5a5f61b3e4cd8107" providerId="LiveId" clId="{041D0D46-E388-45E8-AD67-F581520B7D2D}" dt="2026-08-10T08:35:11.743" v="2587" actId="1076"/>
          <ac:picMkLst>
            <pc:docMk/>
            <pc:sldMk cId="3982608618" sldId="286"/>
            <ac:picMk id="8" creationId="{419A6999-A05C-A5B2-9213-A02E0DD44506}"/>
          </ac:picMkLst>
        </pc:picChg>
        <pc:picChg chg="add mod">
          <ac:chgData name="Ines Zounon" userId="5a5f61b3e4cd8107" providerId="LiveId" clId="{041D0D46-E388-45E8-AD67-F581520B7D2D}" dt="2026-08-10T08:35:19.692" v="2588" actId="1076"/>
          <ac:picMkLst>
            <pc:docMk/>
            <pc:sldMk cId="3982608618" sldId="286"/>
            <ac:picMk id="12" creationId="{C5426861-169B-4BA4-9DD3-742ED9D1BD73}"/>
          </ac:picMkLst>
        </pc:picChg>
        <pc:picChg chg="add mod modCrop">
          <ac:chgData name="Ines Zounon" userId="5a5f61b3e4cd8107" providerId="LiveId" clId="{041D0D46-E388-45E8-AD67-F581520B7D2D}" dt="2026-08-10T08:34:54.728" v="2584" actId="1076"/>
          <ac:picMkLst>
            <pc:docMk/>
            <pc:sldMk cId="3982608618" sldId="286"/>
            <ac:picMk id="14" creationId="{7F83F6E9-D2CD-2678-1648-6420228FA35D}"/>
          </ac:picMkLst>
        </pc:picChg>
      </pc:sldChg>
      <pc:sldChg chg="addSp delSp modSp add mod">
        <pc:chgData name="Ines Zounon" userId="5a5f61b3e4cd8107" providerId="LiveId" clId="{041D0D46-E388-45E8-AD67-F581520B7D2D}" dt="2026-08-10T09:03:37.876" v="3252" actId="20577"/>
        <pc:sldMkLst>
          <pc:docMk/>
          <pc:sldMk cId="469925049" sldId="287"/>
        </pc:sldMkLst>
        <pc:spChg chg="add mod">
          <ac:chgData name="Ines Zounon" userId="5a5f61b3e4cd8107" providerId="LiveId" clId="{041D0D46-E388-45E8-AD67-F581520B7D2D}" dt="2026-08-10T09:03:37.876" v="3252" actId="20577"/>
          <ac:spMkLst>
            <pc:docMk/>
            <pc:sldMk cId="469925049" sldId="287"/>
            <ac:spMk id="3" creationId="{44EBF65A-5A52-1C40-2AFD-807D40722FE0}"/>
          </ac:spMkLst>
        </pc:spChg>
      </pc:sldChg>
      <pc:sldChg chg="addSp delSp modSp add mod">
        <pc:chgData name="Ines Zounon" userId="5a5f61b3e4cd8107" providerId="LiveId" clId="{041D0D46-E388-45E8-AD67-F581520B7D2D}" dt="2026-08-10T09:26:16.292" v="3555" actId="20577"/>
        <pc:sldMkLst>
          <pc:docMk/>
          <pc:sldMk cId="58722846" sldId="288"/>
        </pc:sldMkLst>
        <pc:spChg chg="mod">
          <ac:chgData name="Ines Zounon" userId="5a5f61b3e4cd8107" providerId="LiveId" clId="{041D0D46-E388-45E8-AD67-F581520B7D2D}" dt="2026-08-10T09:26:16.292" v="3555" actId="20577"/>
          <ac:spMkLst>
            <pc:docMk/>
            <pc:sldMk cId="58722846" sldId="288"/>
            <ac:spMk id="3" creationId="{FEE8BDCA-B357-B04E-CE93-2F8F6878C030}"/>
          </ac:spMkLst>
        </pc:spChg>
        <pc:spChg chg="mod">
          <ac:chgData name="Ines Zounon" userId="5a5f61b3e4cd8107" providerId="LiveId" clId="{041D0D46-E388-45E8-AD67-F581520B7D2D}" dt="2026-08-10T09:05:00.680" v="3307" actId="20577"/>
          <ac:spMkLst>
            <pc:docMk/>
            <pc:sldMk cId="58722846" sldId="288"/>
            <ac:spMk id="35" creationId="{3EE32BD6-99B3-8D49-8D1B-0E750ACB1782}"/>
          </ac:spMkLst>
        </pc:spChg>
        <pc:picChg chg="add mod">
          <ac:chgData name="Ines Zounon" userId="5a5f61b3e4cd8107" providerId="LiveId" clId="{041D0D46-E388-45E8-AD67-F581520B7D2D}" dt="2026-08-10T09:22:50.391" v="3521"/>
          <ac:picMkLst>
            <pc:docMk/>
            <pc:sldMk cId="58722846" sldId="288"/>
            <ac:picMk id="4" creationId="{AD84BC65-5651-F68F-68DC-04ED5C30544E}"/>
          </ac:picMkLst>
        </pc:picChg>
      </pc:sldChg>
      <pc:sldChg chg="addSp delSp modSp add mod">
        <pc:chgData name="Ines Zounon" userId="5a5f61b3e4cd8107" providerId="LiveId" clId="{041D0D46-E388-45E8-AD67-F581520B7D2D}" dt="2026-08-10T09:31:26.609" v="3851" actId="20577"/>
        <pc:sldMkLst>
          <pc:docMk/>
          <pc:sldMk cId="4114582574" sldId="289"/>
        </pc:sldMkLst>
        <pc:spChg chg="mod">
          <ac:chgData name="Ines Zounon" userId="5a5f61b3e4cd8107" providerId="LiveId" clId="{041D0D46-E388-45E8-AD67-F581520B7D2D}" dt="2026-08-10T09:31:26.609" v="3851" actId="20577"/>
          <ac:spMkLst>
            <pc:docMk/>
            <pc:sldMk cId="4114582574" sldId="289"/>
            <ac:spMk id="3" creationId="{B1B94C4D-8DDA-308F-38C3-B5E1D05418FF}"/>
          </ac:spMkLst>
        </pc:spChg>
        <pc:spChg chg="mod">
          <ac:chgData name="Ines Zounon" userId="5a5f61b3e4cd8107" providerId="LiveId" clId="{041D0D46-E388-45E8-AD67-F581520B7D2D}" dt="2026-08-10T09:27:11.972" v="3628" actId="14100"/>
          <ac:spMkLst>
            <pc:docMk/>
            <pc:sldMk cId="4114582574" sldId="289"/>
            <ac:spMk id="35" creationId="{66DBA8DE-E2F9-4B17-49FD-AB76A535F489}"/>
          </ac:spMkLst>
        </pc:spChg>
        <pc:picChg chg="add mod">
          <ac:chgData name="Ines Zounon" userId="5a5f61b3e4cd8107" providerId="LiveId" clId="{041D0D46-E388-45E8-AD67-F581520B7D2D}" dt="2026-08-10T09:29:36.060" v="3766"/>
          <ac:picMkLst>
            <pc:docMk/>
            <pc:sldMk cId="4114582574" sldId="289"/>
            <ac:picMk id="5" creationId="{79774D9D-10C9-3447-D9C0-2F2734C86F13}"/>
          </ac:picMkLst>
        </pc:picChg>
        <pc:picChg chg="add mod">
          <ac:chgData name="Ines Zounon" userId="5a5f61b3e4cd8107" providerId="LiveId" clId="{041D0D46-E388-45E8-AD67-F581520B7D2D}" dt="2026-08-10T09:30:59.582" v="3840"/>
          <ac:picMkLst>
            <pc:docMk/>
            <pc:sldMk cId="4114582574" sldId="289"/>
            <ac:picMk id="7" creationId="{7E9D4AD6-C734-7424-9E26-D58CF47B4E5D}"/>
          </ac:picMkLst>
        </pc:picChg>
      </pc:sldChg>
      <pc:sldChg chg="addSp delSp modSp add mod">
        <pc:chgData name="Ines Zounon" userId="5a5f61b3e4cd8107" providerId="LiveId" clId="{041D0D46-E388-45E8-AD67-F581520B7D2D}" dt="2026-08-10T10:05:39.207" v="4182"/>
        <pc:sldMkLst>
          <pc:docMk/>
          <pc:sldMk cId="2859451833" sldId="290"/>
        </pc:sldMkLst>
        <pc:spChg chg="mod">
          <ac:chgData name="Ines Zounon" userId="5a5f61b3e4cd8107" providerId="LiveId" clId="{041D0D46-E388-45E8-AD67-F581520B7D2D}" dt="2026-08-10T10:05:16.025" v="4178" actId="20577"/>
          <ac:spMkLst>
            <pc:docMk/>
            <pc:sldMk cId="2859451833" sldId="290"/>
            <ac:spMk id="3" creationId="{A8E1A35D-CF74-6633-0DC7-E39B14371937}"/>
          </ac:spMkLst>
        </pc:spChg>
        <pc:spChg chg="add mod">
          <ac:chgData name="Ines Zounon" userId="5a5f61b3e4cd8107" providerId="LiveId" clId="{041D0D46-E388-45E8-AD67-F581520B7D2D}" dt="2026-08-10T09:54:47.616" v="4173" actId="20577"/>
          <ac:spMkLst>
            <pc:docMk/>
            <pc:sldMk cId="2859451833" sldId="290"/>
            <ac:spMk id="10" creationId="{A36121D0-B2DD-D896-88AB-6DDAA776F6C3}"/>
          </ac:spMkLst>
        </pc:spChg>
        <pc:spChg chg="mod">
          <ac:chgData name="Ines Zounon" userId="5a5f61b3e4cd8107" providerId="LiveId" clId="{041D0D46-E388-45E8-AD67-F581520B7D2D}" dt="2026-08-10T09:34:56.602" v="3870" actId="20577"/>
          <ac:spMkLst>
            <pc:docMk/>
            <pc:sldMk cId="2859451833" sldId="290"/>
            <ac:spMk id="35" creationId="{866C3EB4-E3B8-8126-24BA-E2668E1E5206}"/>
          </ac:spMkLst>
        </pc:spChg>
        <pc:picChg chg="add mod">
          <ac:chgData name="Ines Zounon" userId="5a5f61b3e4cd8107" providerId="LiveId" clId="{041D0D46-E388-45E8-AD67-F581520B7D2D}" dt="2026-08-10T09:40:15.118" v="3882"/>
          <ac:picMkLst>
            <pc:docMk/>
            <pc:sldMk cId="2859451833" sldId="290"/>
            <ac:picMk id="4" creationId="{67BBA7A9-CB79-31F7-0969-160C83BD3CF3}"/>
          </ac:picMkLst>
        </pc:picChg>
        <pc:picChg chg="add mod">
          <ac:chgData name="Ines Zounon" userId="5a5f61b3e4cd8107" providerId="LiveId" clId="{041D0D46-E388-45E8-AD67-F581520B7D2D}" dt="2026-08-10T10:05:39.207" v="4182"/>
          <ac:picMkLst>
            <pc:docMk/>
            <pc:sldMk cId="2859451833" sldId="290"/>
            <ac:picMk id="12" creationId="{8402A9A1-8B8B-0C17-7CC5-146585B1E7C7}"/>
          </ac:picMkLst>
        </pc:picChg>
      </pc:sldChg>
      <pc:sldChg chg="addSp delSp modSp add mod">
        <pc:chgData name="Ines Zounon" userId="5a5f61b3e4cd8107" providerId="LiveId" clId="{041D0D46-E388-45E8-AD67-F581520B7D2D}" dt="2026-08-10T10:09:22.411" v="4262" actId="255"/>
        <pc:sldMkLst>
          <pc:docMk/>
          <pc:sldMk cId="3551828714" sldId="291"/>
        </pc:sldMkLst>
        <pc:spChg chg="mod">
          <ac:chgData name="Ines Zounon" userId="5a5f61b3e4cd8107" providerId="LiveId" clId="{041D0D46-E388-45E8-AD67-F581520B7D2D}" dt="2026-08-10T09:47:05.576" v="4019" actId="113"/>
          <ac:spMkLst>
            <pc:docMk/>
            <pc:sldMk cId="3551828714" sldId="291"/>
            <ac:spMk id="3" creationId="{1E5C6DF4-387A-639F-0A27-EEDAC919E4C4}"/>
          </ac:spMkLst>
        </pc:spChg>
        <pc:spChg chg="mod">
          <ac:chgData name="Ines Zounon" userId="5a5f61b3e4cd8107" providerId="LiveId" clId="{041D0D46-E388-45E8-AD67-F581520B7D2D}" dt="2026-08-10T10:09:22.411" v="4262" actId="255"/>
          <ac:spMkLst>
            <pc:docMk/>
            <pc:sldMk cId="3551828714" sldId="291"/>
            <ac:spMk id="35" creationId="{84545FAF-EAF5-3D66-0878-3D8B1D247F04}"/>
          </ac:spMkLst>
        </pc:spChg>
        <pc:picChg chg="add mod">
          <ac:chgData name="Ines Zounon" userId="5a5f61b3e4cd8107" providerId="LiveId" clId="{041D0D46-E388-45E8-AD67-F581520B7D2D}" dt="2026-08-10T09:46:03.892" v="4005" actId="14100"/>
          <ac:picMkLst>
            <pc:docMk/>
            <pc:sldMk cId="3551828714" sldId="291"/>
            <ac:picMk id="5" creationId="{686B1E67-8A73-B167-7E0A-A2B95404DD75}"/>
          </ac:picMkLst>
        </pc:picChg>
      </pc:sldChg>
      <pc:sldChg chg="addSp delSp modSp add mod">
        <pc:chgData name="Ines Zounon" userId="5a5f61b3e4cd8107" providerId="LiveId" clId="{041D0D46-E388-45E8-AD67-F581520B7D2D}" dt="2026-08-10T09:51:54.342" v="4129" actId="113"/>
        <pc:sldMkLst>
          <pc:docMk/>
          <pc:sldMk cId="2579516505" sldId="292"/>
        </pc:sldMkLst>
        <pc:spChg chg="mod">
          <ac:chgData name="Ines Zounon" userId="5a5f61b3e4cd8107" providerId="LiveId" clId="{041D0D46-E388-45E8-AD67-F581520B7D2D}" dt="2026-08-10T09:51:54.342" v="4129" actId="113"/>
          <ac:spMkLst>
            <pc:docMk/>
            <pc:sldMk cId="2579516505" sldId="292"/>
            <ac:spMk id="3" creationId="{868A33B8-4089-001C-2C63-1AB5BD42832E}"/>
          </ac:spMkLst>
        </pc:spChg>
        <pc:spChg chg="mod">
          <ac:chgData name="Ines Zounon" userId="5a5f61b3e4cd8107" providerId="LiveId" clId="{041D0D46-E388-45E8-AD67-F581520B7D2D}" dt="2026-08-10T09:48:50.535" v="4092" actId="20577"/>
          <ac:spMkLst>
            <pc:docMk/>
            <pc:sldMk cId="2579516505" sldId="292"/>
            <ac:spMk id="35" creationId="{CEFF4086-1F14-3858-D44B-A3F6E7F31E2F}"/>
          </ac:spMkLst>
        </pc:spChg>
        <pc:picChg chg="add mod">
          <ac:chgData name="Ines Zounon" userId="5a5f61b3e4cd8107" providerId="LiveId" clId="{041D0D46-E388-45E8-AD67-F581520B7D2D}" dt="2026-08-10T09:49:48.456" v="4098"/>
          <ac:picMkLst>
            <pc:docMk/>
            <pc:sldMk cId="2579516505" sldId="292"/>
            <ac:picMk id="4" creationId="{E85752BE-229C-3A49-A7F3-EE9641764628}"/>
          </ac:picMkLst>
        </pc:picChg>
      </pc:sldChg>
      <pc:sldChg chg="addSp delSp modSp add mod">
        <pc:chgData name="Ines Zounon" userId="5a5f61b3e4cd8107" providerId="LiveId" clId="{041D0D46-E388-45E8-AD67-F581520B7D2D}" dt="2026-08-10T10:09:16.377" v="4261" actId="255"/>
        <pc:sldMkLst>
          <pc:docMk/>
          <pc:sldMk cId="2793991563" sldId="293"/>
        </pc:sldMkLst>
        <pc:spChg chg="mod">
          <ac:chgData name="Ines Zounon" userId="5a5f61b3e4cd8107" providerId="LiveId" clId="{041D0D46-E388-45E8-AD67-F581520B7D2D}" dt="2026-08-10T10:08:27.838" v="4258" actId="20577"/>
          <ac:spMkLst>
            <pc:docMk/>
            <pc:sldMk cId="2793991563" sldId="293"/>
            <ac:spMk id="3" creationId="{1A437C7C-C47E-D903-28B9-556BDFD8E0C5}"/>
          </ac:spMkLst>
        </pc:spChg>
        <pc:spChg chg="mod">
          <ac:chgData name="Ines Zounon" userId="5a5f61b3e4cd8107" providerId="LiveId" clId="{041D0D46-E388-45E8-AD67-F581520B7D2D}" dt="2026-08-10T10:09:16.377" v="4261" actId="255"/>
          <ac:spMkLst>
            <pc:docMk/>
            <pc:sldMk cId="2793991563" sldId="293"/>
            <ac:spMk id="35" creationId="{3D3F0FB4-C75B-CEEB-BE45-1FB2B6E7D80A}"/>
          </ac:spMkLst>
        </pc:spChg>
        <pc:picChg chg="add mod">
          <ac:chgData name="Ines Zounon" userId="5a5f61b3e4cd8107" providerId="LiveId" clId="{041D0D46-E388-45E8-AD67-F581520B7D2D}" dt="2026-08-10T10:08:04.961" v="4247" actId="1038"/>
          <ac:picMkLst>
            <pc:docMk/>
            <pc:sldMk cId="2793991563" sldId="293"/>
            <ac:picMk id="5" creationId="{2C08405E-C292-2066-239D-0AF10BE522F4}"/>
          </ac:picMkLst>
        </pc:picChg>
      </pc:sldChg>
      <pc:sldChg chg="addSp delSp modSp add mod">
        <pc:chgData name="Ines Zounon" userId="5a5f61b3e4cd8107" providerId="LiveId" clId="{041D0D46-E388-45E8-AD67-F581520B7D2D}" dt="2026-08-11T08:27:50.548" v="4706" actId="20577"/>
        <pc:sldMkLst>
          <pc:docMk/>
          <pc:sldMk cId="2664428147" sldId="294"/>
        </pc:sldMkLst>
        <pc:spChg chg="mod">
          <ac:chgData name="Ines Zounon" userId="5a5f61b3e4cd8107" providerId="LiveId" clId="{041D0D46-E388-45E8-AD67-F581520B7D2D}" dt="2026-08-11T08:27:50.548" v="4706" actId="20577"/>
          <ac:spMkLst>
            <pc:docMk/>
            <pc:sldMk cId="2664428147" sldId="294"/>
            <ac:spMk id="3" creationId="{5404BD8D-AB1A-7022-0BFE-930CC111BABE}"/>
          </ac:spMkLst>
        </pc:spChg>
        <pc:spChg chg="mod">
          <ac:chgData name="Ines Zounon" userId="5a5f61b3e4cd8107" providerId="LiveId" clId="{041D0D46-E388-45E8-AD67-F581520B7D2D}" dt="2026-08-11T08:01:25.154" v="4310" actId="20577"/>
          <ac:spMkLst>
            <pc:docMk/>
            <pc:sldMk cId="2664428147" sldId="294"/>
            <ac:spMk id="35" creationId="{E97EE496-52F9-E041-3662-84740C880748}"/>
          </ac:spMkLst>
        </pc:spChg>
        <pc:picChg chg="add mod">
          <ac:chgData name="Ines Zounon" userId="5a5f61b3e4cd8107" providerId="LiveId" clId="{041D0D46-E388-45E8-AD67-F581520B7D2D}" dt="2026-08-11T08:25:56.597" v="4665" actId="1076"/>
          <ac:picMkLst>
            <pc:docMk/>
            <pc:sldMk cId="2664428147" sldId="294"/>
            <ac:picMk id="6" creationId="{533403A8-84D8-1AE9-210F-FCB5270888BB}"/>
          </ac:picMkLst>
        </pc:picChg>
        <pc:picChg chg="add mod">
          <ac:chgData name="Ines Zounon" userId="5a5f61b3e4cd8107" providerId="LiveId" clId="{041D0D46-E388-45E8-AD67-F581520B7D2D}" dt="2026-08-11T08:27:00.589" v="4683"/>
          <ac:picMkLst>
            <pc:docMk/>
            <pc:sldMk cId="2664428147" sldId="294"/>
            <ac:picMk id="8" creationId="{D4590DCE-7121-21AA-49A1-2DD1D04B09A7}"/>
          </ac:picMkLst>
        </pc:picChg>
      </pc:sldChg>
      <pc:sldChg chg="addSp delSp modSp new mod">
        <pc:chgData name="Ines Zounon" userId="5a5f61b3e4cd8107" providerId="LiveId" clId="{041D0D46-E388-45E8-AD67-F581520B7D2D}" dt="2026-08-11T09:02:37.586" v="4872" actId="1076"/>
        <pc:sldMkLst>
          <pc:docMk/>
          <pc:sldMk cId="4205892590" sldId="295"/>
        </pc:sldMkLst>
        <pc:spChg chg="mod">
          <ac:chgData name="Ines Zounon" userId="5a5f61b3e4cd8107" providerId="LiveId" clId="{041D0D46-E388-45E8-AD67-F581520B7D2D}" dt="2026-08-11T09:01:48.647" v="4868" actId="27636"/>
          <ac:spMkLst>
            <pc:docMk/>
            <pc:sldMk cId="4205892590" sldId="295"/>
            <ac:spMk id="3" creationId="{20096D10-2ED0-F9EF-8B42-816E2BD805AC}"/>
          </ac:spMkLst>
        </pc:spChg>
        <pc:spChg chg="mod">
          <ac:chgData name="Ines Zounon" userId="5a5f61b3e4cd8107" providerId="LiveId" clId="{041D0D46-E388-45E8-AD67-F581520B7D2D}" dt="2026-08-11T09:00:12.046" v="4858" actId="113"/>
          <ac:spMkLst>
            <pc:docMk/>
            <pc:sldMk cId="4205892590" sldId="295"/>
            <ac:spMk id="4" creationId="{93F14707-8A06-8472-B124-FC5E198EDE36}"/>
          </ac:spMkLst>
        </pc:spChg>
        <pc:spChg chg="mod">
          <ac:chgData name="Ines Zounon" userId="5a5f61b3e4cd8107" providerId="LiveId" clId="{041D0D46-E388-45E8-AD67-F581520B7D2D}" dt="2026-08-11T09:01:48.649" v="4869" actId="27636"/>
          <ac:spMkLst>
            <pc:docMk/>
            <pc:sldMk cId="4205892590" sldId="295"/>
            <ac:spMk id="5" creationId="{AF85CA50-884B-E07B-C2DC-EF017D3E69DF}"/>
          </ac:spMkLst>
        </pc:spChg>
        <pc:spChg chg="mod">
          <ac:chgData name="Ines Zounon" userId="5a5f61b3e4cd8107" providerId="LiveId" clId="{041D0D46-E388-45E8-AD67-F581520B7D2D}" dt="2026-08-11T09:00:55.537" v="4863" actId="14100"/>
          <ac:spMkLst>
            <pc:docMk/>
            <pc:sldMk cId="4205892590" sldId="295"/>
            <ac:spMk id="6" creationId="{E222E952-C653-3B6D-D458-FA6B4263B1AA}"/>
          </ac:spMkLst>
        </pc:spChg>
        <pc:picChg chg="add mod">
          <ac:chgData name="Ines Zounon" userId="5a5f61b3e4cd8107" providerId="LiveId" clId="{041D0D46-E388-45E8-AD67-F581520B7D2D}" dt="2026-08-11T09:02:34.945" v="4871"/>
          <ac:picMkLst>
            <pc:docMk/>
            <pc:sldMk cId="4205892590" sldId="295"/>
            <ac:picMk id="9" creationId="{995B0BCF-A77A-4B06-DFC9-B45A0C2786D2}"/>
          </ac:picMkLst>
        </pc:picChg>
        <pc:picChg chg="add mod">
          <ac:chgData name="Ines Zounon" userId="5a5f61b3e4cd8107" providerId="LiveId" clId="{041D0D46-E388-45E8-AD67-F581520B7D2D}" dt="2026-08-11T09:02:37.586" v="4872" actId="1076"/>
          <ac:picMkLst>
            <pc:docMk/>
            <pc:sldMk cId="4205892590" sldId="295"/>
            <ac:picMk id="11" creationId="{230D96EB-8321-3B19-102E-9DDD48E02DAD}"/>
          </ac:picMkLst>
        </pc:picChg>
      </pc:sldChg>
      <pc:sldChg chg="addSp delSp modSp new add del mod">
        <pc:chgData name="Ines Zounon" userId="5a5f61b3e4cd8107" providerId="LiveId" clId="{041D0D46-E388-45E8-AD67-F581520B7D2D}" dt="2026-09-03T13:13:35.498" v="5358" actId="47"/>
        <pc:sldMkLst>
          <pc:docMk/>
          <pc:sldMk cId="2586591342" sldId="296"/>
        </pc:sldMkLst>
        <pc:spChg chg="mod">
          <ac:chgData name="Ines Zounon" userId="5a5f61b3e4cd8107" providerId="LiveId" clId="{041D0D46-E388-45E8-AD67-F581520B7D2D}" dt="2026-09-03T07:57:31.999" v="4885" actId="207"/>
          <ac:spMkLst>
            <pc:docMk/>
            <pc:sldMk cId="2586591342" sldId="296"/>
            <ac:spMk id="2" creationId="{D2DAACF6-099F-C265-44D1-80D18AD81D3C}"/>
          </ac:spMkLst>
        </pc:spChg>
        <pc:spChg chg="mod">
          <ac:chgData name="Ines Zounon" userId="5a5f61b3e4cd8107" providerId="LiveId" clId="{041D0D46-E388-45E8-AD67-F581520B7D2D}" dt="2026-09-03T12:41:54.020" v="4997" actId="20577"/>
          <ac:spMkLst>
            <pc:docMk/>
            <pc:sldMk cId="2586591342" sldId="296"/>
            <ac:spMk id="3" creationId="{5D25E370-5B1D-DA09-7AE7-28009C5E8C47}"/>
          </ac:spMkLst>
        </pc:spChg>
        <pc:spChg chg="add del mod">
          <ac:chgData name="Ines Zounon" userId="5a5f61b3e4cd8107" providerId="LiveId" clId="{041D0D46-E388-45E8-AD67-F581520B7D2D}" dt="2026-09-03T12:38:07.926" v="4977"/>
          <ac:spMkLst>
            <pc:docMk/>
            <pc:sldMk cId="2586591342" sldId="296"/>
            <ac:spMk id="7" creationId="{29A161DE-4472-66B7-DCD5-4C49CB7E824D}"/>
          </ac:spMkLst>
        </pc:spChg>
        <pc:spChg chg="add mod">
          <ac:chgData name="Ines Zounon" userId="5a5f61b3e4cd8107" providerId="LiveId" clId="{041D0D46-E388-45E8-AD67-F581520B7D2D}" dt="2026-09-03T12:38:31.242" v="4985" actId="207"/>
          <ac:spMkLst>
            <pc:docMk/>
            <pc:sldMk cId="2586591342" sldId="296"/>
            <ac:spMk id="10" creationId="{66FC8A38-4A98-96EA-3146-3DE873BBF479}"/>
          </ac:spMkLst>
        </pc:spChg>
        <pc:picChg chg="add mod">
          <ac:chgData name="Ines Zounon" userId="5a5f61b3e4cd8107" providerId="LiveId" clId="{041D0D46-E388-45E8-AD67-F581520B7D2D}" dt="2026-09-03T12:42:56.940" v="4998" actId="14100"/>
          <ac:picMkLst>
            <pc:docMk/>
            <pc:sldMk cId="2586591342" sldId="296"/>
            <ac:picMk id="6" creationId="{16109718-65E3-8081-EC4E-340B8E3F0CDC}"/>
          </ac:picMkLst>
        </pc:picChg>
        <pc:picChg chg="add mod">
          <ac:chgData name="Ines Zounon" userId="5a5f61b3e4cd8107" providerId="LiveId" clId="{041D0D46-E388-45E8-AD67-F581520B7D2D}" dt="2026-09-03T12:37:55.922" v="4975"/>
          <ac:picMkLst>
            <pc:docMk/>
            <pc:sldMk cId="2586591342" sldId="296"/>
            <ac:picMk id="9" creationId="{1514DF2E-8E7A-1743-C7F0-271026C18C68}"/>
          </ac:picMkLst>
        </pc:picChg>
      </pc:sldChg>
      <pc:sldChg chg="addSp delSp modSp add mod modClrScheme chgLayout">
        <pc:chgData name="Ines Zounon" userId="5a5f61b3e4cd8107" providerId="LiveId" clId="{041D0D46-E388-45E8-AD67-F581520B7D2D}" dt="2026-09-03T12:54:44.101" v="5155" actId="12"/>
        <pc:sldMkLst>
          <pc:docMk/>
          <pc:sldMk cId="2708286768" sldId="297"/>
        </pc:sldMkLst>
        <pc:spChg chg="mod ord">
          <ac:chgData name="Ines Zounon" userId="5a5f61b3e4cd8107" providerId="LiveId" clId="{041D0D46-E388-45E8-AD67-F581520B7D2D}" dt="2026-09-03T12:47:17.933" v="5025" actId="14100"/>
          <ac:spMkLst>
            <pc:docMk/>
            <pc:sldMk cId="2708286768" sldId="297"/>
            <ac:spMk id="2" creationId="{0C60013D-FAF2-5DCA-D9ED-614F176D693C}"/>
          </ac:spMkLst>
        </pc:spChg>
        <pc:spChg chg="mod ord">
          <ac:chgData name="Ines Zounon" userId="5a5f61b3e4cd8107" providerId="LiveId" clId="{041D0D46-E388-45E8-AD67-F581520B7D2D}" dt="2026-09-03T12:52:10.191" v="5131" actId="27636"/>
          <ac:spMkLst>
            <pc:docMk/>
            <pc:sldMk cId="2708286768" sldId="297"/>
            <ac:spMk id="3" creationId="{A00E1998-2B61-1876-A952-6C42142E4517}"/>
          </ac:spMkLst>
        </pc:spChg>
        <pc:spChg chg="mod ord">
          <ac:chgData name="Ines Zounon" userId="5a5f61b3e4cd8107" providerId="LiveId" clId="{041D0D46-E388-45E8-AD67-F581520B7D2D}" dt="2026-09-03T12:45:59.111" v="5009" actId="700"/>
          <ac:spMkLst>
            <pc:docMk/>
            <pc:sldMk cId="2708286768" sldId="297"/>
            <ac:spMk id="4" creationId="{AF135338-2874-1036-0EF2-4599C03AD592}"/>
          </ac:spMkLst>
        </pc:spChg>
        <pc:spChg chg="add mod ord">
          <ac:chgData name="Ines Zounon" userId="5a5f61b3e4cd8107" providerId="LiveId" clId="{041D0D46-E388-45E8-AD67-F581520B7D2D}" dt="2026-09-03T12:52:10.197" v="5132" actId="27636"/>
          <ac:spMkLst>
            <pc:docMk/>
            <pc:sldMk cId="2708286768" sldId="297"/>
            <ac:spMk id="5" creationId="{928A2382-C8A2-35A6-EAF5-F8E612556692}"/>
          </ac:spMkLst>
        </pc:spChg>
        <pc:spChg chg="add del mod">
          <ac:chgData name="Ines Zounon" userId="5a5f61b3e4cd8107" providerId="LiveId" clId="{041D0D46-E388-45E8-AD67-F581520B7D2D}" dt="2026-09-03T12:48:03.685" v="5033"/>
          <ac:spMkLst>
            <pc:docMk/>
            <pc:sldMk cId="2708286768" sldId="297"/>
            <ac:spMk id="7" creationId="{3BB3EA4F-81CA-EE17-BC62-99A0AD596BA5}"/>
          </ac:spMkLst>
        </pc:spChg>
        <pc:spChg chg="del">
          <ac:chgData name="Ines Zounon" userId="5a5f61b3e4cd8107" providerId="LiveId" clId="{041D0D46-E388-45E8-AD67-F581520B7D2D}" dt="2026-09-03T12:45:27.675" v="5005" actId="478"/>
          <ac:spMkLst>
            <pc:docMk/>
            <pc:sldMk cId="2708286768" sldId="297"/>
            <ac:spMk id="10" creationId="{5DFA3827-5AA0-C26C-86D5-5E81284DE11D}"/>
          </ac:spMkLst>
        </pc:spChg>
        <pc:spChg chg="add del mod">
          <ac:chgData name="Ines Zounon" userId="5a5f61b3e4cd8107" providerId="LiveId" clId="{041D0D46-E388-45E8-AD67-F581520B7D2D}" dt="2026-09-03T12:48:22.325" v="5040"/>
          <ac:spMkLst>
            <pc:docMk/>
            <pc:sldMk cId="2708286768" sldId="297"/>
            <ac:spMk id="12" creationId="{0BCD879F-CDCF-1D76-C4DE-8B9E439A486A}"/>
          </ac:spMkLst>
        </pc:spChg>
        <pc:spChg chg="add del mod">
          <ac:chgData name="Ines Zounon" userId="5a5f61b3e4cd8107" providerId="LiveId" clId="{041D0D46-E388-45E8-AD67-F581520B7D2D}" dt="2026-09-03T12:48:39.367" v="5043" actId="478"/>
          <ac:spMkLst>
            <pc:docMk/>
            <pc:sldMk cId="2708286768" sldId="297"/>
            <ac:spMk id="13" creationId="{33C35867-A9FD-7408-742B-CB981AA97F37}"/>
          </ac:spMkLst>
        </pc:spChg>
        <pc:spChg chg="add mod">
          <ac:chgData name="Ines Zounon" userId="5a5f61b3e4cd8107" providerId="LiveId" clId="{041D0D46-E388-45E8-AD67-F581520B7D2D}" dt="2026-09-03T12:54:44.101" v="5155" actId="12"/>
          <ac:spMkLst>
            <pc:docMk/>
            <pc:sldMk cId="2708286768" sldId="297"/>
            <ac:spMk id="16" creationId="{3CFBBA51-7D1F-D77D-3B74-691C65032C14}"/>
          </ac:spMkLst>
        </pc:spChg>
        <pc:picChg chg="del">
          <ac:chgData name="Ines Zounon" userId="5a5f61b3e4cd8107" providerId="LiveId" clId="{041D0D46-E388-45E8-AD67-F581520B7D2D}" dt="2026-09-03T12:45:19.182" v="5001" actId="478"/>
          <ac:picMkLst>
            <pc:docMk/>
            <pc:sldMk cId="2708286768" sldId="297"/>
            <ac:picMk id="6" creationId="{8D4CC82C-3828-AC05-A306-4397032A3F1B}"/>
          </ac:picMkLst>
        </pc:picChg>
        <pc:picChg chg="del">
          <ac:chgData name="Ines Zounon" userId="5a5f61b3e4cd8107" providerId="LiveId" clId="{041D0D46-E388-45E8-AD67-F581520B7D2D}" dt="2026-09-03T12:45:25.239" v="5004" actId="478"/>
          <ac:picMkLst>
            <pc:docMk/>
            <pc:sldMk cId="2708286768" sldId="297"/>
            <ac:picMk id="9" creationId="{1FB891EA-3B98-EB82-0D41-73E5A2F67DF5}"/>
          </ac:picMkLst>
        </pc:picChg>
        <pc:picChg chg="add mod">
          <ac:chgData name="Ines Zounon" userId="5a5f61b3e4cd8107" providerId="LiveId" clId="{041D0D46-E388-45E8-AD67-F581520B7D2D}" dt="2026-09-03T12:50:34.259" v="5069" actId="1076"/>
          <ac:picMkLst>
            <pc:docMk/>
            <pc:sldMk cId="2708286768" sldId="297"/>
            <ac:picMk id="11" creationId="{FDDB509A-4E34-F1E9-C57E-954CB6DE0928}"/>
          </ac:picMkLst>
        </pc:picChg>
        <pc:picChg chg="add mod">
          <ac:chgData name="Ines Zounon" userId="5a5f61b3e4cd8107" providerId="LiveId" clId="{041D0D46-E388-45E8-AD67-F581520B7D2D}" dt="2026-09-03T12:50:38.221" v="5070" actId="14100"/>
          <ac:picMkLst>
            <pc:docMk/>
            <pc:sldMk cId="2708286768" sldId="297"/>
            <ac:picMk id="15" creationId="{97B0A822-0E0C-861A-A4C2-5AE3E5B2A0FB}"/>
          </ac:picMkLst>
        </pc:picChg>
      </pc:sldChg>
      <pc:sldChg chg="addSp delSp modSp add mod">
        <pc:chgData name="Ines Zounon" userId="5a5f61b3e4cd8107" providerId="LiveId" clId="{041D0D46-E388-45E8-AD67-F581520B7D2D}" dt="2026-09-03T13:15:39.672" v="5380" actId="207"/>
        <pc:sldMkLst>
          <pc:docMk/>
          <pc:sldMk cId="4182858466" sldId="298"/>
        </pc:sldMkLst>
        <pc:spChg chg="mod">
          <ac:chgData name="Ines Zounon" userId="5a5f61b3e4cd8107" providerId="LiveId" clId="{041D0D46-E388-45E8-AD67-F581520B7D2D}" dt="2026-09-03T13:10:41.260" v="5314" actId="1076"/>
          <ac:spMkLst>
            <pc:docMk/>
            <pc:sldMk cId="4182858466" sldId="298"/>
            <ac:spMk id="2" creationId="{AB2F3334-30C9-34C7-3FD5-0593408D72D2}"/>
          </ac:spMkLst>
        </pc:spChg>
        <pc:spChg chg="del mod">
          <ac:chgData name="Ines Zounon" userId="5a5f61b3e4cd8107" providerId="LiveId" clId="{041D0D46-E388-45E8-AD67-F581520B7D2D}" dt="2026-09-03T13:08:31.420" v="5291" actId="478"/>
          <ac:spMkLst>
            <pc:docMk/>
            <pc:sldMk cId="4182858466" sldId="298"/>
            <ac:spMk id="3" creationId="{05229D8D-2AC2-09A9-D7AC-95C046845C86}"/>
          </ac:spMkLst>
        </pc:spChg>
        <pc:spChg chg="mod">
          <ac:chgData name="Ines Zounon" userId="5a5f61b3e4cd8107" providerId="LiveId" clId="{041D0D46-E388-45E8-AD67-F581520B7D2D}" dt="2026-09-03T13:15:10.700" v="5375"/>
          <ac:spMkLst>
            <pc:docMk/>
            <pc:sldMk cId="4182858466" sldId="298"/>
            <ac:spMk id="5" creationId="{3FC19C82-5BDC-0997-4F11-079A402F049A}"/>
          </ac:spMkLst>
        </pc:spChg>
        <pc:spChg chg="add del mod">
          <ac:chgData name="Ines Zounon" userId="5a5f61b3e4cd8107" providerId="LiveId" clId="{041D0D46-E388-45E8-AD67-F581520B7D2D}" dt="2026-09-03T13:13:14.264" v="5353" actId="478"/>
          <ac:spMkLst>
            <pc:docMk/>
            <pc:sldMk cId="4182858466" sldId="298"/>
            <ac:spMk id="7" creationId="{97ABCA7B-D906-1390-590C-24E9CC14EB2A}"/>
          </ac:spMkLst>
        </pc:spChg>
        <pc:spChg chg="add del mod ord">
          <ac:chgData name="Ines Zounon" userId="5a5f61b3e4cd8107" providerId="LiveId" clId="{041D0D46-E388-45E8-AD67-F581520B7D2D}" dt="2026-09-03T13:15:39.672" v="5380" actId="207"/>
          <ac:spMkLst>
            <pc:docMk/>
            <pc:sldMk cId="4182858466" sldId="298"/>
            <ac:spMk id="12" creationId="{133D6DBA-F23C-7800-96A0-2A204781AD59}"/>
          </ac:spMkLst>
        </pc:spChg>
        <pc:spChg chg="mod">
          <ac:chgData name="Ines Zounon" userId="5a5f61b3e4cd8107" providerId="LiveId" clId="{041D0D46-E388-45E8-AD67-F581520B7D2D}" dt="2026-09-03T13:10:49.616" v="5316" actId="1076"/>
          <ac:spMkLst>
            <pc:docMk/>
            <pc:sldMk cId="4182858466" sldId="298"/>
            <ac:spMk id="16" creationId="{7F2E5E5C-2D3D-41DE-C114-DEDF8F352E82}"/>
          </ac:spMkLst>
        </pc:spChg>
        <pc:picChg chg="add mod">
          <ac:chgData name="Ines Zounon" userId="5a5f61b3e4cd8107" providerId="LiveId" clId="{041D0D46-E388-45E8-AD67-F581520B7D2D}" dt="2026-09-03T13:14:54.104" v="5370" actId="1076"/>
          <ac:picMkLst>
            <pc:docMk/>
            <pc:sldMk cId="4182858466" sldId="298"/>
            <ac:picMk id="9" creationId="{C9F00D50-F624-BBEC-606B-00FA6F8C339D}"/>
          </ac:picMkLst>
        </pc:picChg>
        <pc:picChg chg="del">
          <ac:chgData name="Ines Zounon" userId="5a5f61b3e4cd8107" providerId="LiveId" clId="{041D0D46-E388-45E8-AD67-F581520B7D2D}" dt="2026-09-03T12:55:21.977" v="5157" actId="478"/>
          <ac:picMkLst>
            <pc:docMk/>
            <pc:sldMk cId="4182858466" sldId="298"/>
            <ac:picMk id="11" creationId="{72B9C303-EA1F-A7C5-9262-FDAF885E7C21}"/>
          </ac:picMkLst>
        </pc:picChg>
        <pc:picChg chg="del">
          <ac:chgData name="Ines Zounon" userId="5a5f61b3e4cd8107" providerId="LiveId" clId="{041D0D46-E388-45E8-AD67-F581520B7D2D}" dt="2026-09-03T12:55:22.911" v="5158" actId="478"/>
          <ac:picMkLst>
            <pc:docMk/>
            <pc:sldMk cId="4182858466" sldId="298"/>
            <ac:picMk id="15" creationId="{389F8CE8-075C-9AC2-24CD-AF97F476415E}"/>
          </ac:picMkLst>
        </pc:picChg>
      </pc:sldChg>
      <pc:sldChg chg="addSp delSp modSp add mod">
        <pc:chgData name="Ines Zounon" userId="5a5f61b3e4cd8107" providerId="LiveId" clId="{041D0D46-E388-45E8-AD67-F581520B7D2D}" dt="2026-09-03T13:23:14.264" v="5463" actId="14100"/>
        <pc:sldMkLst>
          <pc:docMk/>
          <pc:sldMk cId="1403996466" sldId="299"/>
        </pc:sldMkLst>
        <pc:spChg chg="del mod">
          <ac:chgData name="Ines Zounon" userId="5a5f61b3e4cd8107" providerId="LiveId" clId="{041D0D46-E388-45E8-AD67-F581520B7D2D}" dt="2026-09-03T13:16:49.284" v="5393" actId="478"/>
          <ac:spMkLst>
            <pc:docMk/>
            <pc:sldMk cId="1403996466" sldId="299"/>
            <ac:spMk id="5" creationId="{63D92774-5684-7840-13B7-3D79AC64DE90}"/>
          </ac:spMkLst>
        </pc:spChg>
        <pc:spChg chg="add del mod">
          <ac:chgData name="Ines Zounon" userId="5a5f61b3e4cd8107" providerId="LiveId" clId="{041D0D46-E388-45E8-AD67-F581520B7D2D}" dt="2026-09-03T13:16:25.332" v="5387" actId="478"/>
          <ac:spMkLst>
            <pc:docMk/>
            <pc:sldMk cId="1403996466" sldId="299"/>
            <ac:spMk id="6" creationId="{EED1FADE-06D6-373E-08C7-296DDD1A26C6}"/>
          </ac:spMkLst>
        </pc:spChg>
        <pc:spChg chg="add del mod">
          <ac:chgData name="Ines Zounon" userId="5a5f61b3e4cd8107" providerId="LiveId" clId="{041D0D46-E388-45E8-AD67-F581520B7D2D}" dt="2026-09-03T13:16:43.894" v="5390" actId="478"/>
          <ac:spMkLst>
            <pc:docMk/>
            <pc:sldMk cId="1403996466" sldId="299"/>
            <ac:spMk id="7" creationId="{B8A159EC-9BF9-70BD-26A9-691C87DEC7D4}"/>
          </ac:spMkLst>
        </pc:spChg>
        <pc:spChg chg="add del">
          <ac:chgData name="Ines Zounon" userId="5a5f61b3e4cd8107" providerId="LiveId" clId="{041D0D46-E388-45E8-AD67-F581520B7D2D}" dt="2026-09-03T13:16:47.972" v="5392" actId="478"/>
          <ac:spMkLst>
            <pc:docMk/>
            <pc:sldMk cId="1403996466" sldId="299"/>
            <ac:spMk id="10" creationId="{ED0DA817-27A9-5AB7-6D5D-685D3CFDC9AE}"/>
          </ac:spMkLst>
        </pc:spChg>
        <pc:spChg chg="del">
          <ac:chgData name="Ines Zounon" userId="5a5f61b3e4cd8107" providerId="LiveId" clId="{041D0D46-E388-45E8-AD67-F581520B7D2D}" dt="2026-09-03T13:16:23.144" v="5386" actId="478"/>
          <ac:spMkLst>
            <pc:docMk/>
            <pc:sldMk cId="1403996466" sldId="299"/>
            <ac:spMk id="12" creationId="{D6FE9B83-B48A-CAF5-E9BF-107D24B70DC6}"/>
          </ac:spMkLst>
        </pc:spChg>
        <pc:spChg chg="add mod">
          <ac:chgData name="Ines Zounon" userId="5a5f61b3e4cd8107" providerId="LiveId" clId="{041D0D46-E388-45E8-AD67-F581520B7D2D}" dt="2026-09-03T13:22:19.856" v="5449" actId="20577"/>
          <ac:spMkLst>
            <pc:docMk/>
            <pc:sldMk cId="1403996466" sldId="299"/>
            <ac:spMk id="13" creationId="{4D6B94B6-204A-F74C-D102-9D4A0A726387}"/>
          </ac:spMkLst>
        </pc:spChg>
        <pc:spChg chg="del mod">
          <ac:chgData name="Ines Zounon" userId="5a5f61b3e4cd8107" providerId="LiveId" clId="{041D0D46-E388-45E8-AD67-F581520B7D2D}" dt="2026-09-03T13:16:21.304" v="5385" actId="478"/>
          <ac:spMkLst>
            <pc:docMk/>
            <pc:sldMk cId="1403996466" sldId="299"/>
            <ac:spMk id="16" creationId="{E66DB96C-3107-E0EC-7F8B-41FB05CE3AF2}"/>
          </ac:spMkLst>
        </pc:spChg>
        <pc:spChg chg="add del mod">
          <ac:chgData name="Ines Zounon" userId="5a5f61b3e4cd8107" providerId="LiveId" clId="{041D0D46-E388-45E8-AD67-F581520B7D2D}" dt="2026-09-03T13:18:43.497" v="5410" actId="478"/>
          <ac:spMkLst>
            <pc:docMk/>
            <pc:sldMk cId="1403996466" sldId="299"/>
            <ac:spMk id="17" creationId="{BCA77E33-60AC-2733-DE3E-189BD1651D59}"/>
          </ac:spMkLst>
        </pc:spChg>
        <pc:spChg chg="add del mod">
          <ac:chgData name="Ines Zounon" userId="5a5f61b3e4cd8107" providerId="LiveId" clId="{041D0D46-E388-45E8-AD67-F581520B7D2D}" dt="2026-09-03T13:22:52.222" v="5454" actId="478"/>
          <ac:spMkLst>
            <pc:docMk/>
            <pc:sldMk cId="1403996466" sldId="299"/>
            <ac:spMk id="20" creationId="{5980CEF1-2DC2-C7E2-EC05-F2C7F9FD7520}"/>
          </ac:spMkLst>
        </pc:spChg>
        <pc:spChg chg="add del mod">
          <ac:chgData name="Ines Zounon" userId="5a5f61b3e4cd8107" providerId="LiveId" clId="{041D0D46-E388-45E8-AD67-F581520B7D2D}" dt="2026-09-03T13:22:55.674" v="5456" actId="478"/>
          <ac:spMkLst>
            <pc:docMk/>
            <pc:sldMk cId="1403996466" sldId="299"/>
            <ac:spMk id="21" creationId="{2E4B46D8-47BF-8D42-9A55-71DC8C2B305B}"/>
          </ac:spMkLst>
        </pc:spChg>
        <pc:spChg chg="add mod">
          <ac:chgData name="Ines Zounon" userId="5a5f61b3e4cd8107" providerId="LiveId" clId="{041D0D46-E388-45E8-AD67-F581520B7D2D}" dt="2026-09-03T13:23:14.264" v="5463" actId="14100"/>
          <ac:spMkLst>
            <pc:docMk/>
            <pc:sldMk cId="1403996466" sldId="299"/>
            <ac:spMk id="23" creationId="{975482D5-0CC1-EC76-DAA9-7296D8E1E018}"/>
          </ac:spMkLst>
        </pc:spChg>
        <pc:picChg chg="del">
          <ac:chgData name="Ines Zounon" userId="5a5f61b3e4cd8107" providerId="LiveId" clId="{041D0D46-E388-45E8-AD67-F581520B7D2D}" dt="2026-09-03T13:16:16.134" v="5383" actId="478"/>
          <ac:picMkLst>
            <pc:docMk/>
            <pc:sldMk cId="1403996466" sldId="299"/>
            <ac:picMk id="9" creationId="{30AD7AF3-E836-FC78-D152-66A7C346C70A}"/>
          </ac:picMkLst>
        </pc:picChg>
        <pc:picChg chg="add mod">
          <ac:chgData name="Ines Zounon" userId="5a5f61b3e4cd8107" providerId="LiveId" clId="{041D0D46-E388-45E8-AD67-F581520B7D2D}" dt="2026-09-03T13:22:26.066" v="5450" actId="1076"/>
          <ac:picMkLst>
            <pc:docMk/>
            <pc:sldMk cId="1403996466" sldId="299"/>
            <ac:picMk id="15" creationId="{4AC48E29-B7A8-4274-C1AF-6143BC79D7CF}"/>
          </ac:picMkLst>
        </pc:picChg>
        <pc:picChg chg="add mod">
          <ac:chgData name="Ines Zounon" userId="5a5f61b3e4cd8107" providerId="LiveId" clId="{041D0D46-E388-45E8-AD67-F581520B7D2D}" dt="2026-09-03T13:22:34.822" v="5452" actId="1076"/>
          <ac:picMkLst>
            <pc:docMk/>
            <pc:sldMk cId="1403996466" sldId="299"/>
            <ac:picMk id="19" creationId="{16CEEC90-1429-3D0A-EF34-E3011A3B571E}"/>
          </ac:picMkLst>
        </pc:picChg>
      </pc:sldChg>
      <pc:sldChg chg="delSp modSp add mod">
        <pc:chgData name="Ines Zounon" userId="5a5f61b3e4cd8107" providerId="LiveId" clId="{041D0D46-E388-45E8-AD67-F581520B7D2D}" dt="2026-09-03T13:24:07.747" v="5472" actId="113"/>
        <pc:sldMkLst>
          <pc:docMk/>
          <pc:sldMk cId="3840404350" sldId="300"/>
        </pc:sldMkLst>
        <pc:spChg chg="mod">
          <ac:chgData name="Ines Zounon" userId="5a5f61b3e4cd8107" providerId="LiveId" clId="{041D0D46-E388-45E8-AD67-F581520B7D2D}" dt="2026-09-03T13:24:07.747" v="5472" actId="113"/>
          <ac:spMkLst>
            <pc:docMk/>
            <pc:sldMk cId="3840404350" sldId="300"/>
            <ac:spMk id="2" creationId="{F9B27C7C-FA7C-0954-B023-AD163AFF6FE3}"/>
          </ac:spMkLst>
        </pc:spChg>
        <pc:spChg chg="mod">
          <ac:chgData name="Ines Zounon" userId="5a5f61b3e4cd8107" providerId="LiveId" clId="{041D0D46-E388-45E8-AD67-F581520B7D2D}" dt="2026-09-03T13:23:47.874" v="5468" actId="6549"/>
          <ac:spMkLst>
            <pc:docMk/>
            <pc:sldMk cId="3840404350" sldId="300"/>
            <ac:spMk id="13" creationId="{996F5ABD-6347-302F-0A35-FD00D6AB5642}"/>
          </ac:spMkLst>
        </pc:spChg>
        <pc:spChg chg="del">
          <ac:chgData name="Ines Zounon" userId="5a5f61b3e4cd8107" providerId="LiveId" clId="{041D0D46-E388-45E8-AD67-F581520B7D2D}" dt="2026-09-03T13:23:45.270" v="5467" actId="478"/>
          <ac:spMkLst>
            <pc:docMk/>
            <pc:sldMk cId="3840404350" sldId="300"/>
            <ac:spMk id="23" creationId="{A33BD842-27CF-42A6-2372-87E0F455B153}"/>
          </ac:spMkLst>
        </pc:spChg>
        <pc:picChg chg="del">
          <ac:chgData name="Ines Zounon" userId="5a5f61b3e4cd8107" providerId="LiveId" clId="{041D0D46-E388-45E8-AD67-F581520B7D2D}" dt="2026-09-03T13:23:39.686" v="5465" actId="478"/>
          <ac:picMkLst>
            <pc:docMk/>
            <pc:sldMk cId="3840404350" sldId="300"/>
            <ac:picMk id="15" creationId="{C43B366D-9123-A1DB-C840-0C6CC68B9412}"/>
          </ac:picMkLst>
        </pc:picChg>
        <pc:picChg chg="del">
          <ac:chgData name="Ines Zounon" userId="5a5f61b3e4cd8107" providerId="LiveId" clId="{041D0D46-E388-45E8-AD67-F581520B7D2D}" dt="2026-09-03T13:23:42.506" v="5466" actId="478"/>
          <ac:picMkLst>
            <pc:docMk/>
            <pc:sldMk cId="3840404350" sldId="300"/>
            <ac:picMk id="19" creationId="{8FDA20F8-ED8F-9345-AA88-FA297C40408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9D7B0A-67B8-4902-AEE4-E3A77673CBB3}" type="datetimeFigureOut">
              <a:rPr lang="fr-FR" smtClean="0"/>
              <a:t>03/09/2026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15134E-CD37-4561-A667-65CA005D8BB5}" type="slidenum">
              <a:rPr lang="fr-FR" smtClean="0"/>
              <a:t>‹N°›</a:t>
            </a:fld>
            <a:endParaRPr lang="fr-FR"/>
          </a:p>
        </p:txBody>
      </p:sp>
    </p:spTree>
    <p:extLst>
      <p:ext uri="{BB962C8B-B14F-4D97-AF65-F5344CB8AC3E}">
        <p14:creationId xmlns:p14="http://schemas.microsoft.com/office/powerpoint/2010/main" val="749935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876B16-79AE-9C2E-E6B6-75EFBE7AC51C}"/>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F371F153-A6F4-52D9-F64B-81D6E51EF8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D267630C-F827-3624-421A-6C344411C654}"/>
              </a:ext>
            </a:extLst>
          </p:cNvPr>
          <p:cNvSpPr>
            <a:spLocks noGrp="1"/>
          </p:cNvSpPr>
          <p:nvPr>
            <p:ph type="dt" sz="half" idx="10"/>
          </p:nvPr>
        </p:nvSpPr>
        <p:spPr/>
        <p:txBody>
          <a:bodyPr/>
          <a:lstStyle/>
          <a:p>
            <a:fld id="{BA549B9A-BE98-4779-88CF-E5985A9B6866}" type="datetime1">
              <a:rPr lang="fr-FR" smtClean="0"/>
              <a:t>03/09/2026</a:t>
            </a:fld>
            <a:endParaRPr lang="fr-FR"/>
          </a:p>
        </p:txBody>
      </p:sp>
      <p:sp>
        <p:nvSpPr>
          <p:cNvPr id="5" name="Espace réservé du pied de page 4">
            <a:extLst>
              <a:ext uri="{FF2B5EF4-FFF2-40B4-BE49-F238E27FC236}">
                <a16:creationId xmlns:a16="http://schemas.microsoft.com/office/drawing/2014/main" id="{C1256D6B-5818-0F5B-E988-248B30DFC2C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C1F4C28-EACD-9A2C-742D-47B933D239F6}"/>
              </a:ext>
            </a:extLst>
          </p:cNvPr>
          <p:cNvSpPr>
            <a:spLocks noGrp="1"/>
          </p:cNvSpPr>
          <p:nvPr>
            <p:ph type="sldNum" sz="quarter" idx="12"/>
          </p:nvPr>
        </p:nvSpPr>
        <p:spPr/>
        <p:txBody>
          <a:bodyPr/>
          <a:lstStyle/>
          <a:p>
            <a:fld id="{A1788E4B-14DA-4295-B966-6520CEF7CCFD}" type="slidenum">
              <a:rPr lang="fr-FR" smtClean="0"/>
              <a:t>‹N°›</a:t>
            </a:fld>
            <a:endParaRPr lang="fr-FR"/>
          </a:p>
        </p:txBody>
      </p:sp>
    </p:spTree>
    <p:extLst>
      <p:ext uri="{BB962C8B-B14F-4D97-AF65-F5344CB8AC3E}">
        <p14:creationId xmlns:p14="http://schemas.microsoft.com/office/powerpoint/2010/main" val="3459448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588DE8-D768-842A-966F-77BDD4FF8FC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2BC6C9D-0A99-D8A5-5251-903AE0F45530}"/>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7CBEBFB-8EAD-4A65-0E15-E42E131D779E}"/>
              </a:ext>
            </a:extLst>
          </p:cNvPr>
          <p:cNvSpPr>
            <a:spLocks noGrp="1"/>
          </p:cNvSpPr>
          <p:nvPr>
            <p:ph type="dt" sz="half" idx="10"/>
          </p:nvPr>
        </p:nvSpPr>
        <p:spPr/>
        <p:txBody>
          <a:bodyPr/>
          <a:lstStyle/>
          <a:p>
            <a:fld id="{0BE7E64D-80FA-4DA8-B2D0-43A6EE2B3068}" type="datetime1">
              <a:rPr lang="fr-FR" smtClean="0"/>
              <a:t>03/09/2026</a:t>
            </a:fld>
            <a:endParaRPr lang="fr-FR"/>
          </a:p>
        </p:txBody>
      </p:sp>
      <p:sp>
        <p:nvSpPr>
          <p:cNvPr id="5" name="Espace réservé du pied de page 4">
            <a:extLst>
              <a:ext uri="{FF2B5EF4-FFF2-40B4-BE49-F238E27FC236}">
                <a16:creationId xmlns:a16="http://schemas.microsoft.com/office/drawing/2014/main" id="{E9906D10-0B93-B748-7AC2-397CD7B162E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0CAA727-8BC1-3E5E-CCA6-3BA5D15D584B}"/>
              </a:ext>
            </a:extLst>
          </p:cNvPr>
          <p:cNvSpPr>
            <a:spLocks noGrp="1"/>
          </p:cNvSpPr>
          <p:nvPr>
            <p:ph type="sldNum" sz="quarter" idx="12"/>
          </p:nvPr>
        </p:nvSpPr>
        <p:spPr/>
        <p:txBody>
          <a:bodyPr/>
          <a:lstStyle/>
          <a:p>
            <a:fld id="{A1788E4B-14DA-4295-B966-6520CEF7CCFD}" type="slidenum">
              <a:rPr lang="fr-FR" smtClean="0"/>
              <a:t>‹N°›</a:t>
            </a:fld>
            <a:endParaRPr lang="fr-FR"/>
          </a:p>
        </p:txBody>
      </p:sp>
    </p:spTree>
    <p:extLst>
      <p:ext uri="{BB962C8B-B14F-4D97-AF65-F5344CB8AC3E}">
        <p14:creationId xmlns:p14="http://schemas.microsoft.com/office/powerpoint/2010/main" val="2037390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82FE73-38E3-FA9A-7E61-277458B52E2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30AA6B6B-ACA3-395A-E9DD-025DD8A1F8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976E846F-5353-357E-2DF1-FB1E07F4BE4D}"/>
              </a:ext>
            </a:extLst>
          </p:cNvPr>
          <p:cNvSpPr>
            <a:spLocks noGrp="1"/>
          </p:cNvSpPr>
          <p:nvPr>
            <p:ph type="dt" sz="half" idx="10"/>
          </p:nvPr>
        </p:nvSpPr>
        <p:spPr/>
        <p:txBody>
          <a:bodyPr/>
          <a:lstStyle/>
          <a:p>
            <a:fld id="{9C56C208-1160-4C4E-B487-5380ECF99299}" type="datetime1">
              <a:rPr lang="fr-FR" smtClean="0"/>
              <a:t>03/09/2026</a:t>
            </a:fld>
            <a:endParaRPr lang="fr-FR"/>
          </a:p>
        </p:txBody>
      </p:sp>
      <p:sp>
        <p:nvSpPr>
          <p:cNvPr id="5" name="Espace réservé du pied de page 4">
            <a:extLst>
              <a:ext uri="{FF2B5EF4-FFF2-40B4-BE49-F238E27FC236}">
                <a16:creationId xmlns:a16="http://schemas.microsoft.com/office/drawing/2014/main" id="{08715A50-ADE7-2AE8-834C-73B9A24D029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1D05093-A0F0-0955-2890-B05194DC5911}"/>
              </a:ext>
            </a:extLst>
          </p:cNvPr>
          <p:cNvSpPr>
            <a:spLocks noGrp="1"/>
          </p:cNvSpPr>
          <p:nvPr>
            <p:ph type="sldNum" sz="quarter" idx="12"/>
          </p:nvPr>
        </p:nvSpPr>
        <p:spPr/>
        <p:txBody>
          <a:bodyPr/>
          <a:lstStyle/>
          <a:p>
            <a:fld id="{A1788E4B-14DA-4295-B966-6520CEF7CCFD}" type="slidenum">
              <a:rPr lang="fr-FR" smtClean="0"/>
              <a:t>‹N°›</a:t>
            </a:fld>
            <a:endParaRPr lang="fr-FR"/>
          </a:p>
        </p:txBody>
      </p:sp>
    </p:spTree>
    <p:extLst>
      <p:ext uri="{BB962C8B-B14F-4D97-AF65-F5344CB8AC3E}">
        <p14:creationId xmlns:p14="http://schemas.microsoft.com/office/powerpoint/2010/main" val="518202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D95538-031E-82FC-5A86-1FAD7D36BDC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6625C755-84D6-997B-2E21-CCEAC15F76B0}"/>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448354A-91FB-3BE9-4780-E981ABD6BC1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C531164F-5F44-0CDF-20BA-7A0B8645AC6A}"/>
              </a:ext>
            </a:extLst>
          </p:cNvPr>
          <p:cNvSpPr>
            <a:spLocks noGrp="1"/>
          </p:cNvSpPr>
          <p:nvPr>
            <p:ph type="dt" sz="half" idx="10"/>
          </p:nvPr>
        </p:nvSpPr>
        <p:spPr/>
        <p:txBody>
          <a:bodyPr/>
          <a:lstStyle/>
          <a:p>
            <a:fld id="{45D1C3F8-A2AC-4F96-943D-322838F05FAB}" type="datetime1">
              <a:rPr lang="fr-FR" smtClean="0"/>
              <a:t>03/09/2026</a:t>
            </a:fld>
            <a:endParaRPr lang="fr-FR"/>
          </a:p>
        </p:txBody>
      </p:sp>
      <p:sp>
        <p:nvSpPr>
          <p:cNvPr id="6" name="Espace réservé du pied de page 5">
            <a:extLst>
              <a:ext uri="{FF2B5EF4-FFF2-40B4-BE49-F238E27FC236}">
                <a16:creationId xmlns:a16="http://schemas.microsoft.com/office/drawing/2014/main" id="{49B8DF76-5C2A-ABCA-4E1E-8F72E0411DF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D538932-7B17-994C-C31E-AF8A016240B1}"/>
              </a:ext>
            </a:extLst>
          </p:cNvPr>
          <p:cNvSpPr>
            <a:spLocks noGrp="1"/>
          </p:cNvSpPr>
          <p:nvPr>
            <p:ph type="sldNum" sz="quarter" idx="12"/>
          </p:nvPr>
        </p:nvSpPr>
        <p:spPr/>
        <p:txBody>
          <a:bodyPr/>
          <a:lstStyle/>
          <a:p>
            <a:fld id="{A1788E4B-14DA-4295-B966-6520CEF7CCFD}" type="slidenum">
              <a:rPr lang="fr-FR" smtClean="0"/>
              <a:t>‹N°›</a:t>
            </a:fld>
            <a:endParaRPr lang="fr-FR"/>
          </a:p>
        </p:txBody>
      </p:sp>
    </p:spTree>
    <p:extLst>
      <p:ext uri="{BB962C8B-B14F-4D97-AF65-F5344CB8AC3E}">
        <p14:creationId xmlns:p14="http://schemas.microsoft.com/office/powerpoint/2010/main" val="4122460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641B02-AB4D-438F-7F96-4FCC08D7A15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0303B98-05BD-D1A7-D237-5D01014B5D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04F4725A-59F4-A39E-E4D8-99377A320B23}"/>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2497BE30-3E19-F3E9-5075-6A6815C73F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EB6AB351-35B8-18F6-C403-81439C9E0FCD}"/>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8DE6F10-C9B8-492A-C6A0-2209CB1EB09A}"/>
              </a:ext>
            </a:extLst>
          </p:cNvPr>
          <p:cNvSpPr>
            <a:spLocks noGrp="1"/>
          </p:cNvSpPr>
          <p:nvPr>
            <p:ph type="dt" sz="half" idx="10"/>
          </p:nvPr>
        </p:nvSpPr>
        <p:spPr/>
        <p:txBody>
          <a:bodyPr/>
          <a:lstStyle/>
          <a:p>
            <a:fld id="{A4E0DCFC-E914-4B20-A98C-0C8DA745ABD8}" type="datetime1">
              <a:rPr lang="fr-FR" smtClean="0"/>
              <a:t>03/09/2026</a:t>
            </a:fld>
            <a:endParaRPr lang="fr-FR"/>
          </a:p>
        </p:txBody>
      </p:sp>
      <p:sp>
        <p:nvSpPr>
          <p:cNvPr id="8" name="Espace réservé du pied de page 7">
            <a:extLst>
              <a:ext uri="{FF2B5EF4-FFF2-40B4-BE49-F238E27FC236}">
                <a16:creationId xmlns:a16="http://schemas.microsoft.com/office/drawing/2014/main" id="{299071B7-7A1A-2A6E-9E3A-DBE8849403A8}"/>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80FE3AAE-5C58-D4E1-6CC3-C91561A9961A}"/>
              </a:ext>
            </a:extLst>
          </p:cNvPr>
          <p:cNvSpPr>
            <a:spLocks noGrp="1"/>
          </p:cNvSpPr>
          <p:nvPr>
            <p:ph type="sldNum" sz="quarter" idx="12"/>
          </p:nvPr>
        </p:nvSpPr>
        <p:spPr/>
        <p:txBody>
          <a:bodyPr/>
          <a:lstStyle/>
          <a:p>
            <a:fld id="{A1788E4B-14DA-4295-B966-6520CEF7CCFD}" type="slidenum">
              <a:rPr lang="fr-FR" smtClean="0"/>
              <a:t>‹N°›</a:t>
            </a:fld>
            <a:endParaRPr lang="fr-FR"/>
          </a:p>
        </p:txBody>
      </p:sp>
    </p:spTree>
    <p:extLst>
      <p:ext uri="{BB962C8B-B14F-4D97-AF65-F5344CB8AC3E}">
        <p14:creationId xmlns:p14="http://schemas.microsoft.com/office/powerpoint/2010/main" val="7081100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2EC2D8-2C52-5FAE-96C9-938E695B843C}"/>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0162EE1A-6383-7651-9BBF-4E0DAD2A1AC6}"/>
              </a:ext>
            </a:extLst>
          </p:cNvPr>
          <p:cNvSpPr>
            <a:spLocks noGrp="1"/>
          </p:cNvSpPr>
          <p:nvPr>
            <p:ph type="dt" sz="half" idx="10"/>
          </p:nvPr>
        </p:nvSpPr>
        <p:spPr/>
        <p:txBody>
          <a:bodyPr/>
          <a:lstStyle/>
          <a:p>
            <a:fld id="{A0ACDC4E-965B-42B9-9CC4-702EB6288773}" type="datetime1">
              <a:rPr lang="fr-FR" smtClean="0"/>
              <a:t>03/09/2026</a:t>
            </a:fld>
            <a:endParaRPr lang="fr-FR"/>
          </a:p>
        </p:txBody>
      </p:sp>
      <p:sp>
        <p:nvSpPr>
          <p:cNvPr id="4" name="Espace réservé du pied de page 3">
            <a:extLst>
              <a:ext uri="{FF2B5EF4-FFF2-40B4-BE49-F238E27FC236}">
                <a16:creationId xmlns:a16="http://schemas.microsoft.com/office/drawing/2014/main" id="{F8328F5D-797D-A4E7-E62D-8C28898868A7}"/>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8CD31F7A-4D26-34C2-6900-E6354DE288AA}"/>
              </a:ext>
            </a:extLst>
          </p:cNvPr>
          <p:cNvSpPr>
            <a:spLocks noGrp="1"/>
          </p:cNvSpPr>
          <p:nvPr>
            <p:ph type="sldNum" sz="quarter" idx="12"/>
          </p:nvPr>
        </p:nvSpPr>
        <p:spPr/>
        <p:txBody>
          <a:bodyPr/>
          <a:lstStyle/>
          <a:p>
            <a:fld id="{A1788E4B-14DA-4295-B966-6520CEF7CCFD}" type="slidenum">
              <a:rPr lang="fr-FR" smtClean="0"/>
              <a:t>‹N°›</a:t>
            </a:fld>
            <a:endParaRPr lang="fr-FR"/>
          </a:p>
        </p:txBody>
      </p:sp>
    </p:spTree>
    <p:extLst>
      <p:ext uri="{BB962C8B-B14F-4D97-AF65-F5344CB8AC3E}">
        <p14:creationId xmlns:p14="http://schemas.microsoft.com/office/powerpoint/2010/main" val="1101680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3D17CD8-1F4F-B07E-9422-F61C98A4979D}"/>
              </a:ext>
            </a:extLst>
          </p:cNvPr>
          <p:cNvSpPr>
            <a:spLocks noGrp="1"/>
          </p:cNvSpPr>
          <p:nvPr>
            <p:ph type="dt" sz="half" idx="10"/>
          </p:nvPr>
        </p:nvSpPr>
        <p:spPr/>
        <p:txBody>
          <a:bodyPr/>
          <a:lstStyle/>
          <a:p>
            <a:fld id="{B6EBFEFE-1ACA-4CE3-B6BA-AAD379E46FB3}" type="datetime1">
              <a:rPr lang="fr-FR" smtClean="0"/>
              <a:t>03/09/2026</a:t>
            </a:fld>
            <a:endParaRPr lang="fr-FR"/>
          </a:p>
        </p:txBody>
      </p:sp>
      <p:sp>
        <p:nvSpPr>
          <p:cNvPr id="3" name="Espace réservé du pied de page 2">
            <a:extLst>
              <a:ext uri="{FF2B5EF4-FFF2-40B4-BE49-F238E27FC236}">
                <a16:creationId xmlns:a16="http://schemas.microsoft.com/office/drawing/2014/main" id="{A0B9ADEC-32EB-71CB-9E7D-2CCE7A83451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5D16D9B-68D3-19A2-4C45-F697DE9642A2}"/>
              </a:ext>
            </a:extLst>
          </p:cNvPr>
          <p:cNvSpPr>
            <a:spLocks noGrp="1"/>
          </p:cNvSpPr>
          <p:nvPr>
            <p:ph type="sldNum" sz="quarter" idx="12"/>
          </p:nvPr>
        </p:nvSpPr>
        <p:spPr/>
        <p:txBody>
          <a:bodyPr/>
          <a:lstStyle/>
          <a:p>
            <a:fld id="{A1788E4B-14DA-4295-B966-6520CEF7CCFD}" type="slidenum">
              <a:rPr lang="fr-FR" smtClean="0"/>
              <a:t>‹N°›</a:t>
            </a:fld>
            <a:endParaRPr lang="fr-FR"/>
          </a:p>
        </p:txBody>
      </p:sp>
    </p:spTree>
    <p:extLst>
      <p:ext uri="{BB962C8B-B14F-4D97-AF65-F5344CB8AC3E}">
        <p14:creationId xmlns:p14="http://schemas.microsoft.com/office/powerpoint/2010/main" val="2610719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B8FA94-AD13-1BF2-912E-40D73867DF4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9AF6D478-7CD9-8562-1EF6-C157F58AA9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934ADD47-5347-24FB-CE55-963DE445BC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EDD7544-223C-E2FA-84C9-C09B5738D141}"/>
              </a:ext>
            </a:extLst>
          </p:cNvPr>
          <p:cNvSpPr>
            <a:spLocks noGrp="1"/>
          </p:cNvSpPr>
          <p:nvPr>
            <p:ph type="dt" sz="half" idx="10"/>
          </p:nvPr>
        </p:nvSpPr>
        <p:spPr/>
        <p:txBody>
          <a:bodyPr/>
          <a:lstStyle/>
          <a:p>
            <a:fld id="{A2CDB1B4-804E-474B-8EA9-ABECFA904EEA}" type="datetime1">
              <a:rPr lang="fr-FR" smtClean="0"/>
              <a:t>03/09/2026</a:t>
            </a:fld>
            <a:endParaRPr lang="fr-FR"/>
          </a:p>
        </p:txBody>
      </p:sp>
      <p:sp>
        <p:nvSpPr>
          <p:cNvPr id="6" name="Espace réservé du pied de page 5">
            <a:extLst>
              <a:ext uri="{FF2B5EF4-FFF2-40B4-BE49-F238E27FC236}">
                <a16:creationId xmlns:a16="http://schemas.microsoft.com/office/drawing/2014/main" id="{AEE10AD5-FD1B-CC40-A5F9-C6240704D8F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BAD40A4-4F2F-4303-049E-B0F510DD47A8}"/>
              </a:ext>
            </a:extLst>
          </p:cNvPr>
          <p:cNvSpPr>
            <a:spLocks noGrp="1"/>
          </p:cNvSpPr>
          <p:nvPr>
            <p:ph type="sldNum" sz="quarter" idx="12"/>
          </p:nvPr>
        </p:nvSpPr>
        <p:spPr/>
        <p:txBody>
          <a:bodyPr/>
          <a:lstStyle/>
          <a:p>
            <a:fld id="{A1788E4B-14DA-4295-B966-6520CEF7CCFD}" type="slidenum">
              <a:rPr lang="fr-FR" smtClean="0"/>
              <a:t>‹N°›</a:t>
            </a:fld>
            <a:endParaRPr lang="fr-FR"/>
          </a:p>
        </p:txBody>
      </p:sp>
    </p:spTree>
    <p:extLst>
      <p:ext uri="{BB962C8B-B14F-4D97-AF65-F5344CB8AC3E}">
        <p14:creationId xmlns:p14="http://schemas.microsoft.com/office/powerpoint/2010/main" val="1404545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01F9A8-F622-2F6B-B296-A1BE2E8DA1E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FDA135E-460C-20EC-CD04-1FDC85D39C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428E107C-0393-5EEF-4103-A0DCE83B84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71A0B9D-F085-9A08-5DD1-92BDD479506C}"/>
              </a:ext>
            </a:extLst>
          </p:cNvPr>
          <p:cNvSpPr>
            <a:spLocks noGrp="1"/>
          </p:cNvSpPr>
          <p:nvPr>
            <p:ph type="dt" sz="half" idx="10"/>
          </p:nvPr>
        </p:nvSpPr>
        <p:spPr/>
        <p:txBody>
          <a:bodyPr/>
          <a:lstStyle/>
          <a:p>
            <a:fld id="{79EADD34-C5F3-4C0E-A59A-888AFEB06A5B}" type="datetime1">
              <a:rPr lang="fr-FR" smtClean="0"/>
              <a:t>03/09/2026</a:t>
            </a:fld>
            <a:endParaRPr lang="fr-FR"/>
          </a:p>
        </p:txBody>
      </p:sp>
      <p:sp>
        <p:nvSpPr>
          <p:cNvPr id="6" name="Espace réservé du pied de page 5">
            <a:extLst>
              <a:ext uri="{FF2B5EF4-FFF2-40B4-BE49-F238E27FC236}">
                <a16:creationId xmlns:a16="http://schemas.microsoft.com/office/drawing/2014/main" id="{9548B172-E397-2DFB-1F87-6F0607ABB3C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0424F07-D455-6CAC-BA93-9F4E3BE1531B}"/>
              </a:ext>
            </a:extLst>
          </p:cNvPr>
          <p:cNvSpPr>
            <a:spLocks noGrp="1"/>
          </p:cNvSpPr>
          <p:nvPr>
            <p:ph type="sldNum" sz="quarter" idx="12"/>
          </p:nvPr>
        </p:nvSpPr>
        <p:spPr/>
        <p:txBody>
          <a:bodyPr/>
          <a:lstStyle/>
          <a:p>
            <a:fld id="{A1788E4B-14DA-4295-B966-6520CEF7CCFD}" type="slidenum">
              <a:rPr lang="fr-FR" smtClean="0"/>
              <a:t>‹N°›</a:t>
            </a:fld>
            <a:endParaRPr lang="fr-FR"/>
          </a:p>
        </p:txBody>
      </p:sp>
    </p:spTree>
    <p:extLst>
      <p:ext uri="{BB962C8B-B14F-4D97-AF65-F5344CB8AC3E}">
        <p14:creationId xmlns:p14="http://schemas.microsoft.com/office/powerpoint/2010/main" val="205849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2A0D68-AF8F-F792-21D7-4B7FF35C53A1}"/>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62910B3C-FE17-E6D5-87CE-4971E44697EC}"/>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7B53DE8-6BA6-0855-2EC7-72C7FB9BE483}"/>
              </a:ext>
            </a:extLst>
          </p:cNvPr>
          <p:cNvSpPr>
            <a:spLocks noGrp="1"/>
          </p:cNvSpPr>
          <p:nvPr>
            <p:ph type="dt" sz="half" idx="10"/>
          </p:nvPr>
        </p:nvSpPr>
        <p:spPr/>
        <p:txBody>
          <a:bodyPr/>
          <a:lstStyle/>
          <a:p>
            <a:fld id="{A3F730AE-4A7A-44D5-8964-7AB7AAF97A12}" type="datetime1">
              <a:rPr lang="fr-FR" smtClean="0"/>
              <a:t>03/09/2026</a:t>
            </a:fld>
            <a:endParaRPr lang="fr-FR"/>
          </a:p>
        </p:txBody>
      </p:sp>
      <p:sp>
        <p:nvSpPr>
          <p:cNvPr id="5" name="Espace réservé du pied de page 4">
            <a:extLst>
              <a:ext uri="{FF2B5EF4-FFF2-40B4-BE49-F238E27FC236}">
                <a16:creationId xmlns:a16="http://schemas.microsoft.com/office/drawing/2014/main" id="{23270D5D-C5DD-B4F1-3D82-7EE5616F636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765E93F-17E1-1FC9-37DE-265BC7951344}"/>
              </a:ext>
            </a:extLst>
          </p:cNvPr>
          <p:cNvSpPr>
            <a:spLocks noGrp="1"/>
          </p:cNvSpPr>
          <p:nvPr>
            <p:ph type="sldNum" sz="quarter" idx="12"/>
          </p:nvPr>
        </p:nvSpPr>
        <p:spPr/>
        <p:txBody>
          <a:bodyPr/>
          <a:lstStyle/>
          <a:p>
            <a:fld id="{A1788E4B-14DA-4295-B966-6520CEF7CCFD}" type="slidenum">
              <a:rPr lang="fr-FR" smtClean="0"/>
              <a:t>‹N°›</a:t>
            </a:fld>
            <a:endParaRPr lang="fr-FR"/>
          </a:p>
        </p:txBody>
      </p:sp>
    </p:spTree>
    <p:extLst>
      <p:ext uri="{BB962C8B-B14F-4D97-AF65-F5344CB8AC3E}">
        <p14:creationId xmlns:p14="http://schemas.microsoft.com/office/powerpoint/2010/main" val="329612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CA82D34-CDC4-3D91-14BD-538D91C0032A}"/>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4836EF9F-8F9D-4745-69D0-16342FD88FDF}"/>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922EDC3-B1F2-5100-C4EA-200C9E23C067}"/>
              </a:ext>
            </a:extLst>
          </p:cNvPr>
          <p:cNvSpPr>
            <a:spLocks noGrp="1"/>
          </p:cNvSpPr>
          <p:nvPr>
            <p:ph type="dt" sz="half" idx="10"/>
          </p:nvPr>
        </p:nvSpPr>
        <p:spPr/>
        <p:txBody>
          <a:bodyPr/>
          <a:lstStyle/>
          <a:p>
            <a:fld id="{A40D2D63-C30F-413E-885D-E8C03EBF4A6D}" type="datetime1">
              <a:rPr lang="fr-FR" smtClean="0"/>
              <a:t>03/09/2026</a:t>
            </a:fld>
            <a:endParaRPr lang="fr-FR"/>
          </a:p>
        </p:txBody>
      </p:sp>
      <p:sp>
        <p:nvSpPr>
          <p:cNvPr id="5" name="Espace réservé du pied de page 4">
            <a:extLst>
              <a:ext uri="{FF2B5EF4-FFF2-40B4-BE49-F238E27FC236}">
                <a16:creationId xmlns:a16="http://schemas.microsoft.com/office/drawing/2014/main" id="{789DC597-95D8-10A8-500D-0DA8DAE7684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2C0C587-15CA-B70B-6A11-34D5ACD0E185}"/>
              </a:ext>
            </a:extLst>
          </p:cNvPr>
          <p:cNvSpPr>
            <a:spLocks noGrp="1"/>
          </p:cNvSpPr>
          <p:nvPr>
            <p:ph type="sldNum" sz="quarter" idx="12"/>
          </p:nvPr>
        </p:nvSpPr>
        <p:spPr/>
        <p:txBody>
          <a:bodyPr/>
          <a:lstStyle/>
          <a:p>
            <a:fld id="{A1788E4B-14DA-4295-B966-6520CEF7CCFD}" type="slidenum">
              <a:rPr lang="fr-FR" smtClean="0"/>
              <a:t>‹N°›</a:t>
            </a:fld>
            <a:endParaRPr lang="fr-FR"/>
          </a:p>
        </p:txBody>
      </p:sp>
    </p:spTree>
    <p:extLst>
      <p:ext uri="{BB962C8B-B14F-4D97-AF65-F5344CB8AC3E}">
        <p14:creationId xmlns:p14="http://schemas.microsoft.com/office/powerpoint/2010/main" val="588990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A41C32E-EFA4-F449-761A-231760277E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58BAEF23-131F-EF3F-F194-F3E7B6B0BB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7370DAA-4400-4E29-E6A9-18C39CD512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592E51-D43D-409A-BBAE-A6AE0193190A}" type="datetime1">
              <a:rPr lang="fr-FR" smtClean="0"/>
              <a:t>03/09/2026</a:t>
            </a:fld>
            <a:endParaRPr lang="fr-FR"/>
          </a:p>
        </p:txBody>
      </p:sp>
      <p:sp>
        <p:nvSpPr>
          <p:cNvPr id="5" name="Espace réservé du pied de page 4">
            <a:extLst>
              <a:ext uri="{FF2B5EF4-FFF2-40B4-BE49-F238E27FC236}">
                <a16:creationId xmlns:a16="http://schemas.microsoft.com/office/drawing/2014/main" id="{98B4E77B-AAA7-681D-3310-4EE66C7870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A734C54E-D7D0-D56C-40A0-C4B211C697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788E4B-14DA-4295-B966-6520CEF7CCFD}" type="slidenum">
              <a:rPr lang="fr-FR" smtClean="0"/>
              <a:t>‹N°›</a:t>
            </a:fld>
            <a:endParaRPr lang="fr-FR"/>
          </a:p>
        </p:txBody>
      </p:sp>
    </p:spTree>
    <p:extLst>
      <p:ext uri="{BB962C8B-B14F-4D97-AF65-F5344CB8AC3E}">
        <p14:creationId xmlns:p14="http://schemas.microsoft.com/office/powerpoint/2010/main" val="940472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5.sv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1.png"/><Relationship Id="rId4" Type="http://schemas.openxmlformats.org/officeDocument/2006/relationships/image" Target="../media/image6.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microsoft.com/office/2007/relationships/hdphoto" Target="../media/hdphoto2.wdp"/></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9.png"/><Relationship Id="rId1" Type="http://schemas.openxmlformats.org/officeDocument/2006/relationships/slideLayout" Target="../slideLayouts/slideLayout6.xml"/><Relationship Id="rId6" Type="http://schemas.openxmlformats.org/officeDocument/2006/relationships/image" Target="../media/image21.png"/><Relationship Id="rId5" Type="http://schemas.microsoft.com/office/2007/relationships/hdphoto" Target="../media/hdphoto5.wdp"/><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22.png"/><Relationship Id="rId1" Type="http://schemas.openxmlformats.org/officeDocument/2006/relationships/slideLayout" Target="../slideLayouts/slideLayout6.xml"/><Relationship Id="rId6" Type="http://schemas.microsoft.com/office/2007/relationships/hdphoto" Target="../media/hdphoto7.wdp"/><Relationship Id="rId5" Type="http://schemas.openxmlformats.org/officeDocument/2006/relationships/image" Target="../media/image24.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0.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image" Target="../media/image29.png"/><Relationship Id="rId1" Type="http://schemas.openxmlformats.org/officeDocument/2006/relationships/slideLayout" Target="../slideLayouts/slideLayout6.xml"/><Relationship Id="rId6" Type="http://schemas.microsoft.com/office/2007/relationships/hdphoto" Target="../media/hdphoto11.wdp"/><Relationship Id="rId11" Type="http://schemas.openxmlformats.org/officeDocument/2006/relationships/image" Target="../media/image36.png"/><Relationship Id="rId5" Type="http://schemas.openxmlformats.org/officeDocument/2006/relationships/image" Target="../media/image31.png"/><Relationship Id="rId10" Type="http://schemas.openxmlformats.org/officeDocument/2006/relationships/image" Target="../media/image35.png"/><Relationship Id="rId4" Type="http://schemas.microsoft.com/office/2007/relationships/hdphoto" Target="../media/hdphoto10.wdp"/><Relationship Id="rId9"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microsoft.com/office/2007/relationships/hdphoto" Target="../media/hdphoto12.wdp"/><Relationship Id="rId7" Type="http://schemas.microsoft.com/office/2007/relationships/hdphoto" Target="../media/hdphoto14.wdp"/><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0.png"/><Relationship Id="rId5" Type="http://schemas.microsoft.com/office/2007/relationships/hdphoto" Target="../media/hdphoto13.wdp"/><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microsoft.com/office/2007/relationships/hdphoto" Target="../media/hdphoto15.wdp"/><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16.wdp"/><Relationship Id="rId2" Type="http://schemas.openxmlformats.org/officeDocument/2006/relationships/image" Target="../media/image42.png"/><Relationship Id="rId1" Type="http://schemas.openxmlformats.org/officeDocument/2006/relationships/slideLayout" Target="../slideLayouts/slideLayout2.xml"/><Relationship Id="rId5" Type="http://schemas.microsoft.com/office/2007/relationships/hdphoto" Target="../media/hdphoto17.wdp"/><Relationship Id="rId4" Type="http://schemas.openxmlformats.org/officeDocument/2006/relationships/image" Target="../media/image43.png"/></Relationships>
</file>

<file path=ppt/slides/_rels/slide21.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07/relationships/hdphoto" Target="../media/hdphoto19.wdp"/><Relationship Id="rId2" Type="http://schemas.openxmlformats.org/officeDocument/2006/relationships/image" Target="../media/image45.png"/><Relationship Id="rId1" Type="http://schemas.openxmlformats.org/officeDocument/2006/relationships/slideLayout" Target="../slideLayouts/slideLayout2.xml"/><Relationship Id="rId5" Type="http://schemas.microsoft.com/office/2007/relationships/hdphoto" Target="../media/hdphoto20.wdp"/><Relationship Id="rId4" Type="http://schemas.openxmlformats.org/officeDocument/2006/relationships/image" Target="../media/image46.png"/></Relationships>
</file>

<file path=ppt/slides/_rels/slide23.xml.rels><?xml version="1.0" encoding="UTF-8" standalone="yes"?>
<Relationships xmlns="http://schemas.openxmlformats.org/package/2006/relationships"><Relationship Id="rId3" Type="http://schemas.microsoft.com/office/2007/relationships/hdphoto" Target="../media/hdphoto21.wdp"/><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microsoft.com/office/2007/relationships/hdphoto" Target="../media/hdphoto22.wdp"/><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microsoft.com/office/2007/relationships/hdphoto" Target="../media/hdphoto23.wdp"/><Relationship Id="rId2" Type="http://schemas.openxmlformats.org/officeDocument/2006/relationships/image" Target="../media/image49.png"/><Relationship Id="rId1" Type="http://schemas.openxmlformats.org/officeDocument/2006/relationships/slideLayout" Target="../slideLayouts/slideLayout2.xml"/><Relationship Id="rId5" Type="http://schemas.microsoft.com/office/2007/relationships/hdphoto" Target="../media/hdphoto24.wdp"/><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3" Type="http://schemas.microsoft.com/office/2007/relationships/hdphoto" Target="../media/hdphoto25.wdp"/><Relationship Id="rId2" Type="http://schemas.openxmlformats.org/officeDocument/2006/relationships/image" Target="../media/image51.png"/><Relationship Id="rId1" Type="http://schemas.openxmlformats.org/officeDocument/2006/relationships/slideLayout" Target="../slideLayouts/slideLayout5.xml"/><Relationship Id="rId5" Type="http://schemas.microsoft.com/office/2007/relationships/hdphoto" Target="../media/hdphoto26.wdp"/><Relationship Id="rId4" Type="http://schemas.openxmlformats.org/officeDocument/2006/relationships/image" Target="../media/image52.png"/></Relationships>
</file>

<file path=ppt/slides/_rels/slide27.xml.rels><?xml version="1.0" encoding="UTF-8" standalone="yes"?>
<Relationships xmlns="http://schemas.openxmlformats.org/package/2006/relationships"><Relationship Id="rId3" Type="http://schemas.microsoft.com/office/2007/relationships/hdphoto" Target="../media/hdphoto27.wdp"/><Relationship Id="rId2" Type="http://schemas.openxmlformats.org/officeDocument/2006/relationships/image" Target="../media/image53.png"/><Relationship Id="rId1" Type="http://schemas.openxmlformats.org/officeDocument/2006/relationships/slideLayout" Target="../slideLayouts/slideLayout4.xml"/><Relationship Id="rId5" Type="http://schemas.microsoft.com/office/2007/relationships/hdphoto" Target="../media/hdphoto28.wdp"/><Relationship Id="rId4" Type="http://schemas.openxmlformats.org/officeDocument/2006/relationships/image" Target="../media/image54.png"/></Relationships>
</file>

<file path=ppt/slides/_rels/slide28.xml.rels><?xml version="1.0" encoding="UTF-8" standalone="yes"?>
<Relationships xmlns="http://schemas.openxmlformats.org/package/2006/relationships"><Relationship Id="rId3" Type="http://schemas.microsoft.com/office/2007/relationships/hdphoto" Target="../media/hdphoto29.wdp"/><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microsoft.com/office/2007/relationships/hdphoto" Target="../media/hdphoto30.wdp"/><Relationship Id="rId2" Type="http://schemas.openxmlformats.org/officeDocument/2006/relationships/image" Target="../media/image56.png"/><Relationship Id="rId1" Type="http://schemas.openxmlformats.org/officeDocument/2006/relationships/slideLayout" Target="../slideLayouts/slideLayout4.xml"/><Relationship Id="rId5" Type="http://schemas.microsoft.com/office/2007/relationships/hdphoto" Target="../media/hdphoto31.wdp"/><Relationship Id="rId4" Type="http://schemas.openxmlformats.org/officeDocument/2006/relationships/image" Target="../media/image5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59.sv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27.sv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3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ZoneTexte 9">
            <a:extLst>
              <a:ext uri="{FF2B5EF4-FFF2-40B4-BE49-F238E27FC236}">
                <a16:creationId xmlns:a16="http://schemas.microsoft.com/office/drawing/2014/main" id="{0B73CC89-5863-98AE-C229-92208B76495D}"/>
              </a:ext>
            </a:extLst>
          </p:cNvPr>
          <p:cNvSpPr txBox="1"/>
          <p:nvPr/>
        </p:nvSpPr>
        <p:spPr>
          <a:xfrm>
            <a:off x="503853" y="1422400"/>
            <a:ext cx="4730362" cy="238760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000" dirty="0">
                <a:solidFill>
                  <a:schemeClr val="bg1"/>
                </a:solidFill>
                <a:latin typeface="+mj-lt"/>
                <a:ea typeface="+mj-ea"/>
                <a:cs typeface="+mj-cs"/>
              </a:rPr>
              <a:t>LES FONDEMENTS DU  RESEAUX </a:t>
            </a:r>
          </a:p>
        </p:txBody>
      </p:sp>
      <p:sp>
        <p:nvSpPr>
          <p:cNvPr id="19" name="Freeform: Shape 18">
            <a:extLst>
              <a:ext uri="{FF2B5EF4-FFF2-40B4-BE49-F238E27FC236}">
                <a16:creationId xmlns:a16="http://schemas.microsoft.com/office/drawing/2014/main" id="{0277405F-0B4F-4418-B773-1B38814125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30421" y="226893"/>
            <a:ext cx="5968658" cy="6085007"/>
          </a:xfrm>
          <a:custGeom>
            <a:avLst/>
            <a:gdLst>
              <a:gd name="connsiteX0" fmla="*/ 0 w 5968658"/>
              <a:gd name="connsiteY0" fmla="*/ 0 h 6085007"/>
              <a:gd name="connsiteX1" fmla="*/ 3557919 w 5968658"/>
              <a:gd name="connsiteY1" fmla="*/ 0 h 6085007"/>
              <a:gd name="connsiteX2" fmla="*/ 3557919 w 5968658"/>
              <a:gd name="connsiteY2" fmla="*/ 2195749 h 6085007"/>
              <a:gd name="connsiteX3" fmla="*/ 5968658 w 5968658"/>
              <a:gd name="connsiteY3" fmla="*/ 2195749 h 6085007"/>
              <a:gd name="connsiteX4" fmla="*/ 5968658 w 5968658"/>
              <a:gd name="connsiteY4" fmla="*/ 6085007 h 6085007"/>
              <a:gd name="connsiteX5" fmla="*/ 2058230 w 5968658"/>
              <a:gd name="connsiteY5" fmla="*/ 6085007 h 6085007"/>
              <a:gd name="connsiteX6" fmla="*/ 2058230 w 5968658"/>
              <a:gd name="connsiteY6" fmla="*/ 3538657 h 6085007"/>
              <a:gd name="connsiteX7" fmla="*/ 0 w 5968658"/>
              <a:gd name="connsiteY7" fmla="*/ 3538657 h 6085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68658" h="6085007">
                <a:moveTo>
                  <a:pt x="0" y="0"/>
                </a:moveTo>
                <a:lnTo>
                  <a:pt x="3557919" y="0"/>
                </a:lnTo>
                <a:lnTo>
                  <a:pt x="3557919" y="2195749"/>
                </a:lnTo>
                <a:lnTo>
                  <a:pt x="5968658" y="2195749"/>
                </a:lnTo>
                <a:lnTo>
                  <a:pt x="5968658" y="6085007"/>
                </a:lnTo>
                <a:lnTo>
                  <a:pt x="2058230" y="6085007"/>
                </a:lnTo>
                <a:lnTo>
                  <a:pt x="2058230" y="3538657"/>
                </a:lnTo>
                <a:lnTo>
                  <a:pt x="0" y="3538657"/>
                </a:lnTo>
                <a:close/>
              </a:path>
            </a:pathLst>
          </a:custGeom>
          <a:solidFill>
            <a:schemeClr val="tx1">
              <a:lumMod val="95000"/>
              <a:lumOff val="5000"/>
            </a:schemeClr>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2" name="Image 11">
            <a:extLst>
              <a:ext uri="{FF2B5EF4-FFF2-40B4-BE49-F238E27FC236}">
                <a16:creationId xmlns:a16="http://schemas.microsoft.com/office/drawing/2014/main" id="{E2DEBC9D-09A9-1B6D-BCDE-8DF9CF3A38A0}"/>
              </a:ext>
            </a:extLst>
          </p:cNvPr>
          <p:cNvPicPr>
            <a:picLocks noChangeAspect="1"/>
          </p:cNvPicPr>
          <p:nvPr/>
        </p:nvPicPr>
        <p:blipFill>
          <a:blip r:embed="rId2"/>
          <a:stretch>
            <a:fillRect/>
          </a:stretch>
        </p:blipFill>
        <p:spPr>
          <a:xfrm>
            <a:off x="7839805" y="2663211"/>
            <a:ext cx="3408121" cy="3408121"/>
          </a:xfrm>
          <a:prstGeom prst="rect">
            <a:avLst/>
          </a:prstGeom>
        </p:spPr>
      </p:pic>
      <p:pic>
        <p:nvPicPr>
          <p:cNvPr id="6" name="Espace réservé du contenu 5" descr="Globe de nuit">
            <a:extLst>
              <a:ext uri="{FF2B5EF4-FFF2-40B4-BE49-F238E27FC236}">
                <a16:creationId xmlns:a16="http://schemas.microsoft.com/office/drawing/2014/main" id="{A1717B0B-416F-574F-3F9A-2E30EF65C49F}"/>
              </a:ext>
            </a:extLst>
          </p:cNvPr>
          <p:cNvPicPr>
            <a:picLocks noChangeAspect="1"/>
          </p:cNvPicPr>
          <p:nvPr/>
        </p:nvPicPr>
        <p:blipFill>
          <a:blip r:embed="rId3">
            <a:extLst>
              <a:ext uri="{28A0092B-C50C-407E-A947-70E740481C1C}">
                <a14:useLocalDpi xmlns:a14="http://schemas.microsoft.com/office/drawing/2010/main" val="0"/>
              </a:ext>
            </a:extLst>
          </a:blip>
          <a:srcRect r="-1" b="1928"/>
          <a:stretch/>
        </p:blipFill>
        <p:spPr>
          <a:xfrm>
            <a:off x="5780337" y="496673"/>
            <a:ext cx="3058087" cy="2999096"/>
          </a:xfrm>
          <a:prstGeom prst="rect">
            <a:avLst/>
          </a:prstGeom>
        </p:spPr>
      </p:pic>
      <p:sp>
        <p:nvSpPr>
          <p:cNvPr id="8" name="Espace réservé du numéro de diapositive 7">
            <a:extLst>
              <a:ext uri="{FF2B5EF4-FFF2-40B4-BE49-F238E27FC236}">
                <a16:creationId xmlns:a16="http://schemas.microsoft.com/office/drawing/2014/main" id="{5F309F19-8215-2E3F-6453-DDF48D763DCC}"/>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A1788E4B-14DA-4295-B966-6520CEF7CCFD}" type="slidenum">
              <a:rPr lang="en-US">
                <a:solidFill>
                  <a:schemeClr val="bg1">
                    <a:lumMod val="50000"/>
                  </a:schemeClr>
                </a:solidFill>
              </a:rPr>
              <a:pPr>
                <a:spcAft>
                  <a:spcPts val="600"/>
                </a:spcAft>
              </a:pPr>
              <a:t>1</a:t>
            </a:fld>
            <a:endParaRPr lang="en-US">
              <a:solidFill>
                <a:schemeClr val="bg1">
                  <a:lumMod val="50000"/>
                </a:schemeClr>
              </a:solidFill>
            </a:endParaRPr>
          </a:p>
        </p:txBody>
      </p:sp>
    </p:spTree>
    <p:extLst>
      <p:ext uri="{BB962C8B-B14F-4D97-AF65-F5344CB8AC3E}">
        <p14:creationId xmlns:p14="http://schemas.microsoft.com/office/powerpoint/2010/main" val="483079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84BFC7-8C63-89B5-4D3F-93A408391A29}"/>
              </a:ext>
            </a:extLst>
          </p:cNvPr>
          <p:cNvSpPr/>
          <p:nvPr/>
        </p:nvSpPr>
        <p:spPr>
          <a:xfrm>
            <a:off x="517425" y="147024"/>
            <a:ext cx="9316688" cy="939904"/>
          </a:xfrm>
          <a:prstGeom prst="rect">
            <a:avLst/>
          </a:prstGeom>
          <a:noFill/>
        </p:spPr>
        <p:txBody>
          <a:bodyPr wrap="square" lIns="91440" tIns="45720" rIns="91440" bIns="45720">
            <a:spAutoFit/>
          </a:bodyPr>
          <a:lstStyle/>
          <a:p>
            <a:r>
              <a:rPr lang="fr-FR" sz="5400" dirty="0">
                <a:ln w="0"/>
                <a:solidFill>
                  <a:schemeClr val="accent1"/>
                </a:solidFill>
                <a:effectLst>
                  <a:outerShdw blurRad="38100" dist="25400" dir="5400000" algn="ctr" rotWithShape="0">
                    <a:srgbClr val="6E747A">
                      <a:alpha val="43000"/>
                    </a:srgbClr>
                  </a:outerShdw>
                </a:effectLst>
              </a:rPr>
              <a:t>SOMMAIRE: A modifier</a:t>
            </a:r>
          </a:p>
        </p:txBody>
      </p:sp>
      <p:sp>
        <p:nvSpPr>
          <p:cNvPr id="3" name="ZoneTexte 2">
            <a:extLst>
              <a:ext uri="{FF2B5EF4-FFF2-40B4-BE49-F238E27FC236}">
                <a16:creationId xmlns:a16="http://schemas.microsoft.com/office/drawing/2014/main" id="{8B6C80BB-9AD3-7BDD-E297-0F5FF31AEAA3}"/>
              </a:ext>
            </a:extLst>
          </p:cNvPr>
          <p:cNvSpPr txBox="1"/>
          <p:nvPr/>
        </p:nvSpPr>
        <p:spPr>
          <a:xfrm>
            <a:off x="636783" y="1347399"/>
            <a:ext cx="7738590" cy="3170099"/>
          </a:xfrm>
          <a:prstGeom prst="rect">
            <a:avLst/>
          </a:prstGeom>
          <a:noFill/>
        </p:spPr>
        <p:txBody>
          <a:bodyPr wrap="square" rtlCol="0">
            <a:spAutoFit/>
          </a:bodyPr>
          <a:lstStyle/>
          <a:p>
            <a:pPr marL="285750" indent="-285750">
              <a:buBlip>
                <a:blip>
                  <a:extLst>
                    <a:ext uri="{96DAC541-7B7A-43D3-8B79-37D633B846F1}">
                      <asvg:svgBlip xmlns:asvg="http://schemas.microsoft.com/office/drawing/2016/SVG/main" r:embed="rId2"/>
                    </a:ext>
                  </a:extLst>
                </a:blip>
              </a:buBlip>
            </a:pPr>
            <a:r>
              <a:rPr lang="fr-FR" sz="2000" dirty="0"/>
              <a:t>Un réseau de télécommunication			Page 3</a:t>
            </a:r>
          </a:p>
          <a:p>
            <a:pPr marL="285750" indent="-285750">
              <a:buBlip>
                <a:blip>
                  <a:extLst>
                    <a:ext uri="{96DAC541-7B7A-43D3-8B79-37D633B846F1}">
                      <asvg:svgBlip xmlns:asvg="http://schemas.microsoft.com/office/drawing/2016/SVG/main" r:embed="rId2"/>
                    </a:ext>
                  </a:extLst>
                </a:blip>
              </a:buBlip>
            </a:pPr>
            <a:r>
              <a:rPr lang="fr-FR" sz="2000" dirty="0"/>
              <a:t>Le modèle OSI						Page 4</a:t>
            </a:r>
          </a:p>
          <a:p>
            <a:pPr marL="285750" indent="-285750">
              <a:buBlip>
                <a:blip>
                  <a:extLst>
                    <a:ext uri="{96DAC541-7B7A-43D3-8B79-37D633B846F1}">
                      <asvg:svgBlip xmlns:asvg="http://schemas.microsoft.com/office/drawing/2016/SVG/main" r:embed="rId2"/>
                    </a:ext>
                  </a:extLst>
                </a:blip>
              </a:buBlip>
            </a:pPr>
            <a:r>
              <a:rPr lang="fr-FR" sz="2000" dirty="0"/>
              <a:t>Le modèle TCP/IP et les protocoles			Page 5</a:t>
            </a:r>
          </a:p>
          <a:p>
            <a:pPr marL="285750" indent="-285750">
              <a:buBlip>
                <a:blip>
                  <a:extLst>
                    <a:ext uri="{96DAC541-7B7A-43D3-8B79-37D633B846F1}">
                      <asvg:svgBlip xmlns:asvg="http://schemas.microsoft.com/office/drawing/2016/SVG/main" r:embed="rId2"/>
                    </a:ext>
                  </a:extLst>
                </a:blip>
              </a:buBlip>
            </a:pPr>
            <a:r>
              <a:rPr lang="fr-FR" sz="2000" dirty="0"/>
              <a:t>Protocole TCP/IP les plus courants			Page 6</a:t>
            </a:r>
          </a:p>
          <a:p>
            <a:pPr marL="285750" indent="-285750">
              <a:buBlip>
                <a:blip>
                  <a:extLst>
                    <a:ext uri="{96DAC541-7B7A-43D3-8B79-37D633B846F1}">
                      <asvg:svgBlip xmlns:asvg="http://schemas.microsoft.com/office/drawing/2016/SVG/main" r:embed="rId2"/>
                    </a:ext>
                  </a:extLst>
                </a:blip>
              </a:buBlip>
            </a:pPr>
            <a:r>
              <a:rPr lang="fr-FR" sz="2000" dirty="0"/>
              <a:t>Adressage réseau et Masque Réseau			Page 7</a:t>
            </a:r>
          </a:p>
          <a:p>
            <a:pPr marL="285750" indent="-285750">
              <a:buBlip>
                <a:blip>
                  <a:extLst>
                    <a:ext uri="{96DAC541-7B7A-43D3-8B79-37D633B846F1}">
                      <asvg:svgBlip xmlns:asvg="http://schemas.microsoft.com/office/drawing/2016/SVG/main" r:embed="rId2"/>
                    </a:ext>
                  </a:extLst>
                </a:blip>
              </a:buBlip>
            </a:pPr>
            <a:r>
              <a:rPr lang="fr-FR" sz="2000" dirty="0"/>
              <a:t>Equipements d’interconnexion				Page 8</a:t>
            </a:r>
          </a:p>
          <a:p>
            <a:pPr marL="285750" indent="-285750">
              <a:buBlip>
                <a:blip>
                  <a:extLst>
                    <a:ext uri="{96DAC541-7B7A-43D3-8B79-37D633B846F1}">
                      <asvg:svgBlip xmlns:asvg="http://schemas.microsoft.com/office/drawing/2016/SVG/main" r:embed="rId2"/>
                    </a:ext>
                  </a:extLst>
                </a:blip>
              </a:buBlip>
            </a:pPr>
            <a:r>
              <a:rPr lang="fr-FR" sz="2000" dirty="0"/>
              <a:t>Informations spécifiques				Page 9</a:t>
            </a:r>
          </a:p>
          <a:p>
            <a:pPr marL="285750" indent="-285750">
              <a:buBlip>
                <a:blip>
                  <a:extLst>
                    <a:ext uri="{96DAC541-7B7A-43D3-8B79-37D633B846F1}">
                      <asvg:svgBlip xmlns:asvg="http://schemas.microsoft.com/office/drawing/2016/SVG/main" r:embed="rId2"/>
                    </a:ext>
                  </a:extLst>
                </a:blip>
              </a:buBlip>
            </a:pPr>
            <a:r>
              <a:rPr lang="fr-FR" sz="2000" dirty="0"/>
              <a:t>Le VLAN						Page 10</a:t>
            </a:r>
          </a:p>
          <a:p>
            <a:pPr marL="285750" indent="-285750">
              <a:buBlip>
                <a:blip>
                  <a:extLst>
                    <a:ext uri="{96DAC541-7B7A-43D3-8B79-37D633B846F1}">
                      <asvg:svgBlip xmlns:asvg="http://schemas.microsoft.com/office/drawing/2016/SVG/main" r:embed="rId2"/>
                    </a:ext>
                  </a:extLst>
                </a:blip>
              </a:buBlip>
            </a:pPr>
            <a:r>
              <a:rPr lang="fr-FR" sz="2000" dirty="0"/>
              <a:t>Glossaire						Page 11</a:t>
            </a:r>
          </a:p>
          <a:p>
            <a:pPr marL="285750" indent="-285750">
              <a:buBlip>
                <a:blip>
                  <a:extLst>
                    <a:ext uri="{96DAC541-7B7A-43D3-8B79-37D633B846F1}">
                      <asvg:svgBlip xmlns:asvg="http://schemas.microsoft.com/office/drawing/2016/SVG/main" r:embed="rId2"/>
                    </a:ext>
                  </a:extLst>
                </a:blip>
              </a:buBlip>
            </a:pPr>
            <a:r>
              <a:rPr lang="fr-FR" sz="2000" dirty="0"/>
              <a:t>Annexes						Page 12</a:t>
            </a:r>
          </a:p>
        </p:txBody>
      </p:sp>
      <p:sp>
        <p:nvSpPr>
          <p:cNvPr id="5" name="Espace réservé du numéro de diapositive 4">
            <a:extLst>
              <a:ext uri="{FF2B5EF4-FFF2-40B4-BE49-F238E27FC236}">
                <a16:creationId xmlns:a16="http://schemas.microsoft.com/office/drawing/2014/main" id="{59859F5E-E7D8-F8B9-1E11-9032B29A5BD7}"/>
              </a:ext>
            </a:extLst>
          </p:cNvPr>
          <p:cNvSpPr>
            <a:spLocks noGrp="1"/>
          </p:cNvSpPr>
          <p:nvPr>
            <p:ph type="sldNum" sz="quarter" idx="12"/>
          </p:nvPr>
        </p:nvSpPr>
        <p:spPr/>
        <p:txBody>
          <a:bodyPr/>
          <a:lstStyle/>
          <a:p>
            <a:fld id="{A1788E4B-14DA-4295-B966-6520CEF7CCFD}" type="slidenum">
              <a:rPr lang="fr-FR" smtClean="0"/>
              <a:t>2</a:t>
            </a:fld>
            <a:endParaRPr lang="fr-FR"/>
          </a:p>
        </p:txBody>
      </p:sp>
    </p:spTree>
    <p:extLst>
      <p:ext uri="{BB962C8B-B14F-4D97-AF65-F5344CB8AC3E}">
        <p14:creationId xmlns:p14="http://schemas.microsoft.com/office/powerpoint/2010/main" val="2231020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E835CF6C-CE11-3ADA-3C46-85458B8C9834}"/>
              </a:ext>
            </a:extLst>
          </p:cNvPr>
          <p:cNvSpPr txBox="1"/>
          <p:nvPr/>
        </p:nvSpPr>
        <p:spPr>
          <a:xfrm>
            <a:off x="82931" y="80621"/>
            <a:ext cx="7263658" cy="553998"/>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nchor="ctr">
            <a:spAutoFit/>
          </a:bodyPr>
          <a:lstStyle/>
          <a:p>
            <a:pPr algn="ctr"/>
            <a:r>
              <a:rPr lang="fr-FR" dirty="0"/>
              <a:t>Un réseau de télécommunication</a:t>
            </a:r>
          </a:p>
          <a:p>
            <a:pPr algn="ctr"/>
            <a:r>
              <a:rPr lang="fr-FR" sz="1200" i="1" dirty="0"/>
              <a:t>Déf: Ensemble de connexion assurant la communication d’information entre des individus ou des terminaux</a:t>
            </a:r>
          </a:p>
        </p:txBody>
      </p:sp>
      <p:sp>
        <p:nvSpPr>
          <p:cNvPr id="5" name="ZoneTexte 4">
            <a:extLst>
              <a:ext uri="{FF2B5EF4-FFF2-40B4-BE49-F238E27FC236}">
                <a16:creationId xmlns:a16="http://schemas.microsoft.com/office/drawing/2014/main" id="{FF9FEE07-FD5D-D4AD-8E2E-03EB0EABFDEC}"/>
              </a:ext>
            </a:extLst>
          </p:cNvPr>
          <p:cNvSpPr txBox="1"/>
          <p:nvPr/>
        </p:nvSpPr>
        <p:spPr>
          <a:xfrm>
            <a:off x="346393" y="770611"/>
            <a:ext cx="2921674" cy="261610"/>
          </a:xfrm>
          <a:prstGeom prst="rect">
            <a:avLst/>
          </a:prstGeom>
          <a:noFill/>
        </p:spPr>
        <p:txBody>
          <a:bodyPr wrap="square" rtlCol="0">
            <a:spAutoFit/>
          </a:bodyPr>
          <a:lstStyle/>
          <a:p>
            <a:pPr algn="ctr"/>
            <a:r>
              <a:rPr lang="fr-FR" sz="1100" dirty="0"/>
              <a:t>Représenté par un                      montrant  des </a:t>
            </a:r>
          </a:p>
        </p:txBody>
      </p:sp>
      <p:sp>
        <p:nvSpPr>
          <p:cNvPr id="6" name="Ellipse 5">
            <a:extLst>
              <a:ext uri="{FF2B5EF4-FFF2-40B4-BE49-F238E27FC236}">
                <a16:creationId xmlns:a16="http://schemas.microsoft.com/office/drawing/2014/main" id="{C9C696ED-D03F-7E8C-0B51-253F9A3FDC64}"/>
              </a:ext>
            </a:extLst>
          </p:cNvPr>
          <p:cNvSpPr/>
          <p:nvPr/>
        </p:nvSpPr>
        <p:spPr>
          <a:xfrm>
            <a:off x="67842" y="745377"/>
            <a:ext cx="389017" cy="318830"/>
          </a:xfrm>
          <a:prstGeom prst="ellips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rtlCol="0" anchor="ctr"/>
          <a:lstStyle/>
          <a:p>
            <a:pPr algn="ctr"/>
            <a:r>
              <a:rPr lang="fr-FR" dirty="0"/>
              <a:t>1</a:t>
            </a:r>
          </a:p>
        </p:txBody>
      </p:sp>
      <p:pic>
        <p:nvPicPr>
          <p:cNvPr id="7" name="Image 6">
            <a:extLst>
              <a:ext uri="{FF2B5EF4-FFF2-40B4-BE49-F238E27FC236}">
                <a16:creationId xmlns:a16="http://schemas.microsoft.com/office/drawing/2014/main" id="{28E79565-D55C-608A-187B-09648058DBDD}"/>
              </a:ext>
            </a:extLst>
          </p:cNvPr>
          <p:cNvPicPr>
            <a:picLocks noChangeAspect="1"/>
          </p:cNvPicPr>
          <p:nvPr/>
        </p:nvPicPr>
        <p:blipFill>
          <a:blip r:embed="rId2"/>
          <a:stretch>
            <a:fillRect/>
          </a:stretch>
        </p:blipFill>
        <p:spPr>
          <a:xfrm>
            <a:off x="1685520" y="721087"/>
            <a:ext cx="475488" cy="475488"/>
          </a:xfrm>
          <a:prstGeom prst="rect">
            <a:avLst/>
          </a:prstGeom>
        </p:spPr>
      </p:pic>
      <p:sp>
        <p:nvSpPr>
          <p:cNvPr id="8" name="ZoneTexte 7">
            <a:extLst>
              <a:ext uri="{FF2B5EF4-FFF2-40B4-BE49-F238E27FC236}">
                <a16:creationId xmlns:a16="http://schemas.microsoft.com/office/drawing/2014/main" id="{527B2CB3-F54C-E93A-A7C4-050CF186FA25}"/>
              </a:ext>
            </a:extLst>
          </p:cNvPr>
          <p:cNvSpPr txBox="1"/>
          <p:nvPr/>
        </p:nvSpPr>
        <p:spPr>
          <a:xfrm>
            <a:off x="396452" y="1276807"/>
            <a:ext cx="1184792" cy="246221"/>
          </a:xfrm>
          <a:prstGeom prst="rect">
            <a:avLst/>
          </a:prstGeom>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fr-FR" sz="1000" dirty="0">
                <a:ln w="0"/>
                <a:solidFill>
                  <a:schemeClr val="accent1"/>
                </a:solidFill>
                <a:effectLst>
                  <a:outerShdw blurRad="38100" dist="25400" dir="5400000" algn="ctr" rotWithShape="0">
                    <a:srgbClr val="6E747A">
                      <a:alpha val="43000"/>
                    </a:srgbClr>
                  </a:outerShdw>
                </a:effectLst>
              </a:rPr>
              <a:t>NŒUDS</a:t>
            </a:r>
            <a:endParaRPr lang="fr-FR" sz="1000" dirty="0"/>
          </a:p>
        </p:txBody>
      </p:sp>
      <p:sp>
        <p:nvSpPr>
          <p:cNvPr id="9" name="ZoneTexte 8">
            <a:extLst>
              <a:ext uri="{FF2B5EF4-FFF2-40B4-BE49-F238E27FC236}">
                <a16:creationId xmlns:a16="http://schemas.microsoft.com/office/drawing/2014/main" id="{171498B7-C0C9-E15D-1A48-0C0768C6C5F2}"/>
              </a:ext>
            </a:extLst>
          </p:cNvPr>
          <p:cNvSpPr txBox="1"/>
          <p:nvPr/>
        </p:nvSpPr>
        <p:spPr>
          <a:xfrm>
            <a:off x="1890315" y="1276807"/>
            <a:ext cx="992127" cy="246221"/>
          </a:xfrm>
          <a:prstGeom prst="rect">
            <a:avLst/>
          </a:prstGeom>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fr-FR" sz="1000" dirty="0"/>
              <a:t>reliés par des</a:t>
            </a:r>
            <a:r>
              <a:rPr lang="fr-FR" sz="1000" dirty="0">
                <a:ln w="0"/>
                <a:solidFill>
                  <a:schemeClr val="accent1"/>
                </a:solidFill>
                <a:effectLst>
                  <a:outerShdw blurRad="38100" dist="25400" dir="5400000" algn="ctr" rotWithShape="0">
                    <a:srgbClr val="6E747A">
                      <a:alpha val="43000"/>
                    </a:srgbClr>
                  </a:outerShdw>
                </a:effectLst>
              </a:rPr>
              <a:t>        </a:t>
            </a:r>
            <a:endParaRPr lang="fr-FR" sz="1000" dirty="0"/>
          </a:p>
        </p:txBody>
      </p:sp>
      <p:sp>
        <p:nvSpPr>
          <p:cNvPr id="10" name="ZoneTexte 9">
            <a:extLst>
              <a:ext uri="{FF2B5EF4-FFF2-40B4-BE49-F238E27FC236}">
                <a16:creationId xmlns:a16="http://schemas.microsoft.com/office/drawing/2014/main" id="{3C4CCF7C-18E8-B3DA-1914-A33638E479EE}"/>
              </a:ext>
            </a:extLst>
          </p:cNvPr>
          <p:cNvSpPr txBox="1"/>
          <p:nvPr/>
        </p:nvSpPr>
        <p:spPr>
          <a:xfrm>
            <a:off x="3213720" y="1288126"/>
            <a:ext cx="1350608" cy="246221"/>
          </a:xfrm>
          <a:prstGeom prst="rect">
            <a:avLst/>
          </a:prstGeom>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lang="fr-FR" sz="1000" dirty="0">
                <a:ln w="0"/>
                <a:solidFill>
                  <a:schemeClr val="accent1"/>
                </a:solidFill>
                <a:effectLst>
                  <a:outerShdw blurRad="38100" dist="25400" dir="5400000" algn="ctr" rotWithShape="0">
                    <a:srgbClr val="6E747A">
                      <a:alpha val="43000"/>
                    </a:srgbClr>
                  </a:outerShdw>
                </a:effectLst>
              </a:rPr>
              <a:t>ARCS</a:t>
            </a:r>
            <a:endParaRPr lang="fr-FR" sz="1000" dirty="0"/>
          </a:p>
        </p:txBody>
      </p:sp>
      <p:sp>
        <p:nvSpPr>
          <p:cNvPr id="11" name="ZoneTexte 10">
            <a:extLst>
              <a:ext uri="{FF2B5EF4-FFF2-40B4-BE49-F238E27FC236}">
                <a16:creationId xmlns:a16="http://schemas.microsoft.com/office/drawing/2014/main" id="{E4BEF8FD-76E5-E579-07D6-EF2721EABF4A}"/>
              </a:ext>
            </a:extLst>
          </p:cNvPr>
          <p:cNvSpPr txBox="1"/>
          <p:nvPr/>
        </p:nvSpPr>
        <p:spPr>
          <a:xfrm>
            <a:off x="67841" y="2257375"/>
            <a:ext cx="2428248" cy="5078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sz="900" dirty="0"/>
              <a:t>Equipement de communication</a:t>
            </a:r>
          </a:p>
          <a:p>
            <a:r>
              <a:rPr lang="fr-FR" sz="900" dirty="0"/>
              <a:t>(OSI :7 couches)</a:t>
            </a:r>
          </a:p>
          <a:p>
            <a:r>
              <a:rPr lang="fr-FR" sz="900" dirty="0"/>
              <a:t>(PC, smartphone, Capteur, Puce etc…)</a:t>
            </a:r>
          </a:p>
        </p:txBody>
      </p:sp>
      <p:sp>
        <p:nvSpPr>
          <p:cNvPr id="12" name="ZoneTexte 11">
            <a:extLst>
              <a:ext uri="{FF2B5EF4-FFF2-40B4-BE49-F238E27FC236}">
                <a16:creationId xmlns:a16="http://schemas.microsoft.com/office/drawing/2014/main" id="{4E447039-F61E-05A7-C0B7-B7B805E229F4}"/>
              </a:ext>
            </a:extLst>
          </p:cNvPr>
          <p:cNvSpPr txBox="1"/>
          <p:nvPr/>
        </p:nvSpPr>
        <p:spPr>
          <a:xfrm>
            <a:off x="67842" y="1686409"/>
            <a:ext cx="2428249" cy="5078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sz="900" dirty="0"/>
              <a:t>Equipement d’interconnexion (OSI &lt;=7 couches)</a:t>
            </a:r>
          </a:p>
          <a:p>
            <a:r>
              <a:rPr lang="fr-FR" sz="900" dirty="0"/>
              <a:t>(Répéteur, Hub, Switch, Routeur, firewall, passerelle, etc.)</a:t>
            </a:r>
          </a:p>
        </p:txBody>
      </p:sp>
      <p:sp>
        <p:nvSpPr>
          <p:cNvPr id="13" name="ZoneTexte 12">
            <a:extLst>
              <a:ext uri="{FF2B5EF4-FFF2-40B4-BE49-F238E27FC236}">
                <a16:creationId xmlns:a16="http://schemas.microsoft.com/office/drawing/2014/main" id="{3B0E88C1-6DFA-5D03-853D-8CAA40969D1D}"/>
              </a:ext>
            </a:extLst>
          </p:cNvPr>
          <p:cNvSpPr txBox="1"/>
          <p:nvPr/>
        </p:nvSpPr>
        <p:spPr>
          <a:xfrm>
            <a:off x="2945302" y="1685563"/>
            <a:ext cx="2058487"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fr-FR" sz="900" dirty="0"/>
              <a:t>Support de communication</a:t>
            </a:r>
          </a:p>
          <a:p>
            <a:r>
              <a:rPr lang="fr-FR" sz="900" dirty="0"/>
              <a:t>(Câble, réseau, WIFI, optique, satellite)</a:t>
            </a:r>
          </a:p>
        </p:txBody>
      </p:sp>
      <p:sp>
        <p:nvSpPr>
          <p:cNvPr id="16" name="ZoneTexte 15">
            <a:extLst>
              <a:ext uri="{FF2B5EF4-FFF2-40B4-BE49-F238E27FC236}">
                <a16:creationId xmlns:a16="http://schemas.microsoft.com/office/drawing/2014/main" id="{7D6A28FF-48FB-83EB-338E-9270086689CA}"/>
              </a:ext>
            </a:extLst>
          </p:cNvPr>
          <p:cNvSpPr txBox="1"/>
          <p:nvPr/>
        </p:nvSpPr>
        <p:spPr>
          <a:xfrm>
            <a:off x="6250463" y="804302"/>
            <a:ext cx="977734" cy="261610"/>
          </a:xfrm>
          <a:prstGeom prst="rect">
            <a:avLst/>
          </a:prstGeom>
          <a:noFill/>
          <a:ln>
            <a:noFill/>
          </a:ln>
        </p:spPr>
        <p:txBody>
          <a:bodyPr wrap="square" rtlCol="0">
            <a:spAutoFit/>
          </a:bodyPr>
          <a:lstStyle/>
          <a:p>
            <a:r>
              <a:rPr lang="fr-FR" sz="1100" dirty="0"/>
              <a:t>Classifié par </a:t>
            </a:r>
          </a:p>
        </p:txBody>
      </p:sp>
      <p:sp>
        <p:nvSpPr>
          <p:cNvPr id="20" name="Ellipse 19">
            <a:extLst>
              <a:ext uri="{FF2B5EF4-FFF2-40B4-BE49-F238E27FC236}">
                <a16:creationId xmlns:a16="http://schemas.microsoft.com/office/drawing/2014/main" id="{6379E584-AC7B-DED9-E01C-24AB6700AFB3}"/>
              </a:ext>
            </a:extLst>
          </p:cNvPr>
          <p:cNvSpPr/>
          <p:nvPr/>
        </p:nvSpPr>
        <p:spPr>
          <a:xfrm>
            <a:off x="5924188" y="779068"/>
            <a:ext cx="389017" cy="318830"/>
          </a:xfrm>
          <a:prstGeom prst="ellips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rtlCol="0" anchor="ctr"/>
          <a:lstStyle/>
          <a:p>
            <a:pPr algn="ctr"/>
            <a:r>
              <a:rPr lang="fr-FR" dirty="0"/>
              <a:t>2</a:t>
            </a:r>
          </a:p>
        </p:txBody>
      </p:sp>
      <p:sp>
        <p:nvSpPr>
          <p:cNvPr id="30" name="ZoneTexte 29">
            <a:extLst>
              <a:ext uri="{FF2B5EF4-FFF2-40B4-BE49-F238E27FC236}">
                <a16:creationId xmlns:a16="http://schemas.microsoft.com/office/drawing/2014/main" id="{DD6C3C98-BE48-F542-274D-EAB0BC7D7FB4}"/>
              </a:ext>
            </a:extLst>
          </p:cNvPr>
          <p:cNvSpPr txBox="1"/>
          <p:nvPr/>
        </p:nvSpPr>
        <p:spPr>
          <a:xfrm>
            <a:off x="6288822" y="2858496"/>
            <a:ext cx="1504394" cy="507831"/>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fr-FR" sz="900" dirty="0"/>
              <a:t>TOPOLOGIE PHYSIQUE </a:t>
            </a:r>
          </a:p>
          <a:p>
            <a:pPr algn="ctr"/>
            <a:r>
              <a:rPr lang="fr-FR" sz="900" dirty="0"/>
              <a:t>la manière dont les équipements sont organisés</a:t>
            </a:r>
          </a:p>
        </p:txBody>
      </p:sp>
      <p:sp>
        <p:nvSpPr>
          <p:cNvPr id="31" name="ZoneTexte 30">
            <a:extLst>
              <a:ext uri="{FF2B5EF4-FFF2-40B4-BE49-F238E27FC236}">
                <a16:creationId xmlns:a16="http://schemas.microsoft.com/office/drawing/2014/main" id="{DF8CFECF-3442-DBEC-D7ED-8D481F5F54BF}"/>
              </a:ext>
            </a:extLst>
          </p:cNvPr>
          <p:cNvSpPr txBox="1"/>
          <p:nvPr/>
        </p:nvSpPr>
        <p:spPr>
          <a:xfrm>
            <a:off x="10071901" y="2858496"/>
            <a:ext cx="2047064" cy="369332"/>
          </a:xfrm>
          <a:prstGeom prst="rect">
            <a:avLst/>
          </a:prstGeom>
          <a:noFill/>
          <a:ln>
            <a:solidFill>
              <a:schemeClr val="accent1"/>
            </a:solidFill>
          </a:ln>
        </p:spPr>
        <p:txBody>
          <a:bodyPr wrap="square" rtlCol="0">
            <a:spAutoFit/>
          </a:bodyPr>
          <a:lstStyle/>
          <a:p>
            <a:pPr algn="ctr"/>
            <a:r>
              <a:rPr lang="fr-FR" sz="900" dirty="0"/>
              <a:t>Mode point à point</a:t>
            </a:r>
          </a:p>
          <a:p>
            <a:pPr algn="ctr"/>
            <a:r>
              <a:rPr lang="fr-FR" sz="900" i="1" dirty="0"/>
              <a:t>Support de communication non partagé</a:t>
            </a:r>
          </a:p>
        </p:txBody>
      </p:sp>
      <p:sp>
        <p:nvSpPr>
          <p:cNvPr id="33" name="ZoneTexte 32">
            <a:extLst>
              <a:ext uri="{FF2B5EF4-FFF2-40B4-BE49-F238E27FC236}">
                <a16:creationId xmlns:a16="http://schemas.microsoft.com/office/drawing/2014/main" id="{2CDDB6D4-AD72-E249-9FB3-B007E7608164}"/>
              </a:ext>
            </a:extLst>
          </p:cNvPr>
          <p:cNvSpPr txBox="1"/>
          <p:nvPr/>
        </p:nvSpPr>
        <p:spPr>
          <a:xfrm>
            <a:off x="7850498" y="2858496"/>
            <a:ext cx="2047064" cy="369332"/>
          </a:xfrm>
          <a:prstGeom prst="rect">
            <a:avLst/>
          </a:prstGeom>
          <a:noFill/>
          <a:ln>
            <a:solidFill>
              <a:schemeClr val="accent1"/>
            </a:solidFill>
          </a:ln>
        </p:spPr>
        <p:txBody>
          <a:bodyPr wrap="square" rtlCol="0">
            <a:spAutoFit/>
          </a:bodyPr>
          <a:lstStyle/>
          <a:p>
            <a:pPr algn="ctr"/>
            <a:r>
              <a:rPr lang="fr-FR" sz="900" dirty="0"/>
              <a:t>Mode diffusion</a:t>
            </a:r>
          </a:p>
          <a:p>
            <a:pPr algn="ctr"/>
            <a:r>
              <a:rPr lang="fr-FR" sz="900" i="1" dirty="0"/>
              <a:t>Support de communication partagé</a:t>
            </a:r>
          </a:p>
        </p:txBody>
      </p:sp>
      <p:sp>
        <p:nvSpPr>
          <p:cNvPr id="34" name="ZoneTexte 33">
            <a:extLst>
              <a:ext uri="{FF2B5EF4-FFF2-40B4-BE49-F238E27FC236}">
                <a16:creationId xmlns:a16="http://schemas.microsoft.com/office/drawing/2014/main" id="{698EAB3E-4B2E-A642-974C-765B8B7D52EB}"/>
              </a:ext>
            </a:extLst>
          </p:cNvPr>
          <p:cNvSpPr txBox="1"/>
          <p:nvPr/>
        </p:nvSpPr>
        <p:spPr>
          <a:xfrm>
            <a:off x="7850498" y="3660824"/>
            <a:ext cx="2047064" cy="230832"/>
          </a:xfrm>
          <a:prstGeom prst="rect">
            <a:avLst/>
          </a:prstGeom>
          <a:noFill/>
          <a:ln>
            <a:solidFill>
              <a:schemeClr val="accent1"/>
            </a:solidFill>
          </a:ln>
        </p:spPr>
        <p:txBody>
          <a:bodyPr wrap="square" rtlCol="0">
            <a:spAutoFit/>
          </a:bodyPr>
          <a:lstStyle/>
          <a:p>
            <a:pPr algn="ctr"/>
            <a:r>
              <a:rPr lang="fr-FR" sz="900" i="1" dirty="0"/>
              <a:t>Bus, Anneau, Satellite, WIFI</a:t>
            </a:r>
          </a:p>
        </p:txBody>
      </p:sp>
      <p:sp>
        <p:nvSpPr>
          <p:cNvPr id="35" name="ZoneTexte 34">
            <a:extLst>
              <a:ext uri="{FF2B5EF4-FFF2-40B4-BE49-F238E27FC236}">
                <a16:creationId xmlns:a16="http://schemas.microsoft.com/office/drawing/2014/main" id="{4AB160EB-D0D0-A2C7-EDAE-DDF50913D55A}"/>
              </a:ext>
            </a:extLst>
          </p:cNvPr>
          <p:cNvSpPr txBox="1"/>
          <p:nvPr/>
        </p:nvSpPr>
        <p:spPr>
          <a:xfrm>
            <a:off x="10071901" y="3602776"/>
            <a:ext cx="2047064" cy="507831"/>
          </a:xfrm>
          <a:prstGeom prst="rect">
            <a:avLst/>
          </a:prstGeom>
          <a:noFill/>
          <a:ln>
            <a:solidFill>
              <a:schemeClr val="accent1"/>
            </a:solidFill>
          </a:ln>
        </p:spPr>
        <p:txBody>
          <a:bodyPr wrap="square" rtlCol="0">
            <a:spAutoFit/>
          </a:bodyPr>
          <a:lstStyle/>
          <a:p>
            <a:pPr algn="ctr"/>
            <a:r>
              <a:rPr lang="fr-FR" sz="900" i="1" dirty="0"/>
              <a:t>Etoile (équipement d’interconnexion au milieu)</a:t>
            </a:r>
          </a:p>
          <a:p>
            <a:pPr algn="ctr"/>
            <a:r>
              <a:rPr lang="fr-FR" sz="900" i="1" dirty="0"/>
              <a:t>Maillage régulier, maillage irrégulier</a:t>
            </a:r>
          </a:p>
        </p:txBody>
      </p:sp>
      <p:sp>
        <p:nvSpPr>
          <p:cNvPr id="36" name="Flèche : bas 35">
            <a:extLst>
              <a:ext uri="{FF2B5EF4-FFF2-40B4-BE49-F238E27FC236}">
                <a16:creationId xmlns:a16="http://schemas.microsoft.com/office/drawing/2014/main" id="{554DECD4-AFE6-10B3-D2C7-1D7EA6D09685}"/>
              </a:ext>
            </a:extLst>
          </p:cNvPr>
          <p:cNvSpPr/>
          <p:nvPr/>
        </p:nvSpPr>
        <p:spPr>
          <a:xfrm>
            <a:off x="8900613" y="3346041"/>
            <a:ext cx="118523" cy="17274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Flèche : bas 36">
            <a:extLst>
              <a:ext uri="{FF2B5EF4-FFF2-40B4-BE49-F238E27FC236}">
                <a16:creationId xmlns:a16="http://schemas.microsoft.com/office/drawing/2014/main" id="{013DE5E6-C865-AE28-2863-ABC02EF6CE6E}"/>
              </a:ext>
            </a:extLst>
          </p:cNvPr>
          <p:cNvSpPr/>
          <p:nvPr/>
        </p:nvSpPr>
        <p:spPr>
          <a:xfrm>
            <a:off x="11003809" y="3342629"/>
            <a:ext cx="118523" cy="17274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ZoneTexte 41">
            <a:extLst>
              <a:ext uri="{FF2B5EF4-FFF2-40B4-BE49-F238E27FC236}">
                <a16:creationId xmlns:a16="http://schemas.microsoft.com/office/drawing/2014/main" id="{E1509BB1-2F13-63AE-4082-ABA9B9B6998C}"/>
              </a:ext>
            </a:extLst>
          </p:cNvPr>
          <p:cNvSpPr txBox="1"/>
          <p:nvPr/>
        </p:nvSpPr>
        <p:spPr>
          <a:xfrm>
            <a:off x="405811" y="2869081"/>
            <a:ext cx="3725919" cy="261610"/>
          </a:xfrm>
          <a:prstGeom prst="rect">
            <a:avLst/>
          </a:prstGeom>
          <a:noFill/>
          <a:ln>
            <a:noFill/>
          </a:ln>
        </p:spPr>
        <p:txBody>
          <a:bodyPr wrap="square" rtlCol="0">
            <a:spAutoFit/>
          </a:bodyPr>
          <a:lstStyle/>
          <a:p>
            <a:pPr algn="ctr"/>
            <a:r>
              <a:rPr lang="fr-FR" sz="1100" b="1" dirty="0"/>
              <a:t> Choisir MODES DE CONNEXIONS : </a:t>
            </a:r>
            <a:r>
              <a:rPr lang="fr-FR" sz="1100" dirty="0"/>
              <a:t>2 types de communication </a:t>
            </a:r>
          </a:p>
        </p:txBody>
      </p:sp>
      <p:sp>
        <p:nvSpPr>
          <p:cNvPr id="44" name="Ellipse 43">
            <a:extLst>
              <a:ext uri="{FF2B5EF4-FFF2-40B4-BE49-F238E27FC236}">
                <a16:creationId xmlns:a16="http://schemas.microsoft.com/office/drawing/2014/main" id="{BCBBB405-502A-25CD-0CD1-62F0469F7B3B}"/>
              </a:ext>
            </a:extLst>
          </p:cNvPr>
          <p:cNvSpPr/>
          <p:nvPr/>
        </p:nvSpPr>
        <p:spPr>
          <a:xfrm>
            <a:off x="67841" y="2858496"/>
            <a:ext cx="389017" cy="318830"/>
          </a:xfrm>
          <a:prstGeom prst="ellips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rtlCol="0" anchor="ctr"/>
          <a:lstStyle/>
          <a:p>
            <a:pPr algn="ctr"/>
            <a:r>
              <a:rPr lang="fr-FR" dirty="0"/>
              <a:t>3</a:t>
            </a:r>
          </a:p>
        </p:txBody>
      </p:sp>
      <p:sp>
        <p:nvSpPr>
          <p:cNvPr id="48" name="ZoneTexte 47">
            <a:extLst>
              <a:ext uri="{FF2B5EF4-FFF2-40B4-BE49-F238E27FC236}">
                <a16:creationId xmlns:a16="http://schemas.microsoft.com/office/drawing/2014/main" id="{B11DCB83-0626-2E9D-A665-157AFC090230}"/>
              </a:ext>
            </a:extLst>
          </p:cNvPr>
          <p:cNvSpPr txBox="1"/>
          <p:nvPr/>
        </p:nvSpPr>
        <p:spPr>
          <a:xfrm>
            <a:off x="144492" y="3498060"/>
            <a:ext cx="2351599" cy="553998"/>
          </a:xfrm>
          <a:prstGeom prst="rect">
            <a:avLst/>
          </a:prstGeom>
          <a:noFill/>
          <a:ln>
            <a:solidFill>
              <a:schemeClr val="accent1"/>
            </a:solidFill>
          </a:ln>
        </p:spPr>
        <p:txBody>
          <a:bodyPr wrap="square" rtlCol="0">
            <a:spAutoFit/>
          </a:bodyPr>
          <a:lstStyle/>
          <a:p>
            <a:pPr algn="ctr"/>
            <a:r>
              <a:rPr lang="fr-FR" sz="1000" b="1" dirty="0"/>
              <a:t>connecté </a:t>
            </a:r>
          </a:p>
          <a:p>
            <a:pPr algn="ctr"/>
            <a:r>
              <a:rPr lang="fr-FR" sz="1000" b="1" i="1" dirty="0"/>
              <a:t>Présence des deux communicants</a:t>
            </a:r>
            <a:endParaRPr lang="fr-FR" sz="1000" b="1" dirty="0"/>
          </a:p>
          <a:p>
            <a:pPr algn="ctr"/>
            <a:r>
              <a:rPr lang="fr-FR" sz="1000" i="1" dirty="0"/>
              <a:t>Exemple communication téléphonique </a:t>
            </a:r>
          </a:p>
        </p:txBody>
      </p:sp>
      <p:sp>
        <p:nvSpPr>
          <p:cNvPr id="49" name="ZoneTexte 48">
            <a:extLst>
              <a:ext uri="{FF2B5EF4-FFF2-40B4-BE49-F238E27FC236}">
                <a16:creationId xmlns:a16="http://schemas.microsoft.com/office/drawing/2014/main" id="{DC4BA731-466A-969F-2857-EA700B466749}"/>
              </a:ext>
            </a:extLst>
          </p:cNvPr>
          <p:cNvSpPr txBox="1"/>
          <p:nvPr/>
        </p:nvSpPr>
        <p:spPr>
          <a:xfrm>
            <a:off x="2629651" y="3501009"/>
            <a:ext cx="3004158" cy="553998"/>
          </a:xfrm>
          <a:prstGeom prst="rect">
            <a:avLst/>
          </a:prstGeom>
          <a:noFill/>
          <a:ln>
            <a:solidFill>
              <a:schemeClr val="accent1"/>
            </a:solidFill>
          </a:ln>
        </p:spPr>
        <p:txBody>
          <a:bodyPr wrap="square" rtlCol="0">
            <a:spAutoFit/>
          </a:bodyPr>
          <a:lstStyle/>
          <a:p>
            <a:pPr algn="ctr"/>
            <a:r>
              <a:rPr lang="fr-FR" sz="1000" b="1" dirty="0"/>
              <a:t>non connecté</a:t>
            </a:r>
          </a:p>
          <a:p>
            <a:pPr algn="ctr"/>
            <a:r>
              <a:rPr lang="fr-FR" sz="1000" b="1" i="1" dirty="0"/>
              <a:t>Pas besoin de la Présence des deux communicants</a:t>
            </a:r>
            <a:endParaRPr lang="fr-FR" sz="1000" b="1" dirty="0"/>
          </a:p>
          <a:p>
            <a:pPr algn="ctr"/>
            <a:r>
              <a:rPr lang="fr-FR" sz="1000" i="1" dirty="0"/>
              <a:t>Exemple courrier postale</a:t>
            </a:r>
          </a:p>
        </p:txBody>
      </p:sp>
      <p:sp>
        <p:nvSpPr>
          <p:cNvPr id="71" name="Ellipse 70">
            <a:extLst>
              <a:ext uri="{FF2B5EF4-FFF2-40B4-BE49-F238E27FC236}">
                <a16:creationId xmlns:a16="http://schemas.microsoft.com/office/drawing/2014/main" id="{51D3B8CF-C233-F6BC-1274-EC21EE3195B3}"/>
              </a:ext>
            </a:extLst>
          </p:cNvPr>
          <p:cNvSpPr/>
          <p:nvPr/>
        </p:nvSpPr>
        <p:spPr>
          <a:xfrm>
            <a:off x="82931" y="4142100"/>
            <a:ext cx="389017" cy="318830"/>
          </a:xfrm>
          <a:prstGeom prst="ellips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rtlCol="0" anchor="ctr"/>
          <a:lstStyle/>
          <a:p>
            <a:pPr algn="ctr"/>
            <a:r>
              <a:rPr lang="fr-FR" dirty="0"/>
              <a:t>5</a:t>
            </a:r>
          </a:p>
        </p:txBody>
      </p:sp>
      <p:sp>
        <p:nvSpPr>
          <p:cNvPr id="74" name="ZoneTexte 73">
            <a:extLst>
              <a:ext uri="{FF2B5EF4-FFF2-40B4-BE49-F238E27FC236}">
                <a16:creationId xmlns:a16="http://schemas.microsoft.com/office/drawing/2014/main" id="{B7D5F551-FAFB-B761-430A-33CF2D0ADE64}"/>
              </a:ext>
            </a:extLst>
          </p:cNvPr>
          <p:cNvSpPr txBox="1"/>
          <p:nvPr/>
        </p:nvSpPr>
        <p:spPr>
          <a:xfrm>
            <a:off x="405811" y="4169621"/>
            <a:ext cx="8092377" cy="246221"/>
          </a:xfrm>
          <a:prstGeom prst="rect">
            <a:avLst/>
          </a:prstGeom>
          <a:noFill/>
          <a:ln>
            <a:noFill/>
          </a:ln>
        </p:spPr>
        <p:txBody>
          <a:bodyPr wrap="square" rtlCol="0">
            <a:spAutoFit/>
          </a:bodyPr>
          <a:lstStyle/>
          <a:p>
            <a:pPr algn="ctr"/>
            <a:r>
              <a:rPr lang="fr-FR" sz="1000" dirty="0"/>
              <a:t>Choisir la STRATÉGIE DE CONNEXION qui permet de comprendre comment le message transit pour arriver à destination par le principe de commutation</a:t>
            </a:r>
            <a:endParaRPr lang="fr-FR" sz="1000" i="1" dirty="0"/>
          </a:p>
        </p:txBody>
      </p:sp>
      <p:sp>
        <p:nvSpPr>
          <p:cNvPr id="75" name="ZoneTexte 74">
            <a:extLst>
              <a:ext uri="{FF2B5EF4-FFF2-40B4-BE49-F238E27FC236}">
                <a16:creationId xmlns:a16="http://schemas.microsoft.com/office/drawing/2014/main" id="{E1E67939-B081-CC87-D492-C2AC1E8D8091}"/>
              </a:ext>
            </a:extLst>
          </p:cNvPr>
          <p:cNvSpPr txBox="1"/>
          <p:nvPr/>
        </p:nvSpPr>
        <p:spPr>
          <a:xfrm>
            <a:off x="456859" y="4377027"/>
            <a:ext cx="7393639" cy="400110"/>
          </a:xfrm>
          <a:prstGeom prst="rect">
            <a:avLst/>
          </a:prstGeom>
          <a:noFill/>
          <a:ln>
            <a:noFill/>
          </a:ln>
        </p:spPr>
        <p:txBody>
          <a:bodyPr wrap="square" rtlCol="0">
            <a:spAutoFit/>
          </a:bodyPr>
          <a:lstStyle/>
          <a:p>
            <a:r>
              <a:rPr lang="fr-FR" sz="1000" dirty="0"/>
              <a:t>SYSTÈME DE COMMUTATION*</a:t>
            </a:r>
          </a:p>
          <a:p>
            <a:r>
              <a:rPr lang="fr-FR" sz="1000" dirty="0"/>
              <a:t>Déf: création de circuits temporaires pour acheminer un message  entre la source et la destination</a:t>
            </a:r>
            <a:endParaRPr lang="fr-FR" sz="1000" i="1" dirty="0"/>
          </a:p>
        </p:txBody>
      </p:sp>
      <p:sp>
        <p:nvSpPr>
          <p:cNvPr id="76" name="ZoneTexte 75">
            <a:extLst>
              <a:ext uri="{FF2B5EF4-FFF2-40B4-BE49-F238E27FC236}">
                <a16:creationId xmlns:a16="http://schemas.microsoft.com/office/drawing/2014/main" id="{6D98CAB7-A057-12E5-2146-61E8AA8D37D0}"/>
              </a:ext>
            </a:extLst>
          </p:cNvPr>
          <p:cNvSpPr txBox="1"/>
          <p:nvPr/>
        </p:nvSpPr>
        <p:spPr>
          <a:xfrm>
            <a:off x="67842" y="4813442"/>
            <a:ext cx="1802934" cy="784830"/>
          </a:xfrm>
          <a:prstGeom prst="rect">
            <a:avLst/>
          </a:prstGeom>
          <a:noFill/>
          <a:ln>
            <a:solidFill>
              <a:schemeClr val="accent1"/>
            </a:solidFill>
          </a:ln>
        </p:spPr>
        <p:txBody>
          <a:bodyPr wrap="square" rtlCol="0">
            <a:spAutoFit/>
          </a:bodyPr>
          <a:lstStyle/>
          <a:p>
            <a:r>
              <a:rPr lang="fr-FR" sz="900" dirty="0">
                <a:solidFill>
                  <a:schemeClr val="accent1"/>
                </a:solidFill>
              </a:rPr>
              <a:t>COMMUTATION DE CIRCUITS</a:t>
            </a:r>
          </a:p>
          <a:p>
            <a:pPr algn="ctr"/>
            <a:endParaRPr lang="fr-FR" sz="900" dirty="0"/>
          </a:p>
          <a:p>
            <a:r>
              <a:rPr lang="fr-FR" sz="900" dirty="0"/>
              <a:t>Quand le Communication établie réservation d’un circuit virtuel</a:t>
            </a:r>
          </a:p>
          <a:p>
            <a:pPr algn="ctr"/>
            <a:endParaRPr lang="fr-FR" sz="900" dirty="0"/>
          </a:p>
        </p:txBody>
      </p:sp>
      <p:sp>
        <p:nvSpPr>
          <p:cNvPr id="77" name="ZoneTexte 76">
            <a:extLst>
              <a:ext uri="{FF2B5EF4-FFF2-40B4-BE49-F238E27FC236}">
                <a16:creationId xmlns:a16="http://schemas.microsoft.com/office/drawing/2014/main" id="{2B53FB7A-4C18-202F-209E-6BBB24EFED41}"/>
              </a:ext>
            </a:extLst>
          </p:cNvPr>
          <p:cNvSpPr txBox="1"/>
          <p:nvPr/>
        </p:nvSpPr>
        <p:spPr>
          <a:xfrm>
            <a:off x="1980761" y="4813442"/>
            <a:ext cx="2819973" cy="784830"/>
          </a:xfrm>
          <a:prstGeom prst="rect">
            <a:avLst/>
          </a:prstGeom>
          <a:noFill/>
          <a:ln>
            <a:solidFill>
              <a:schemeClr val="accent1"/>
            </a:solidFill>
          </a:ln>
        </p:spPr>
        <p:txBody>
          <a:bodyPr wrap="square" rtlCol="0">
            <a:spAutoFit/>
          </a:bodyPr>
          <a:lstStyle/>
          <a:p>
            <a:r>
              <a:rPr lang="fr-FR" sz="900" dirty="0">
                <a:solidFill>
                  <a:schemeClr val="accent1"/>
                </a:solidFill>
              </a:rPr>
              <a:t>COMMUTATION DE MESSAGES</a:t>
            </a:r>
          </a:p>
          <a:p>
            <a:endParaRPr lang="fr-FR" sz="900" dirty="0"/>
          </a:p>
          <a:p>
            <a:r>
              <a:rPr lang="fr-FR" sz="900" dirty="0"/>
              <a:t>circuit non réservé</a:t>
            </a:r>
          </a:p>
          <a:p>
            <a:r>
              <a:rPr lang="fr-FR" sz="900" dirty="0"/>
              <a:t>Risque de congestion (saturation)</a:t>
            </a:r>
          </a:p>
          <a:p>
            <a:r>
              <a:rPr lang="fr-FR" sz="900" dirty="0"/>
              <a:t>Message passe dans un autre nœud s’il est à 100%</a:t>
            </a:r>
          </a:p>
        </p:txBody>
      </p:sp>
      <p:sp>
        <p:nvSpPr>
          <p:cNvPr id="78" name="ZoneTexte 77">
            <a:extLst>
              <a:ext uri="{FF2B5EF4-FFF2-40B4-BE49-F238E27FC236}">
                <a16:creationId xmlns:a16="http://schemas.microsoft.com/office/drawing/2014/main" id="{30CE7D12-74FE-DA97-5F6A-B00B2D13124A}"/>
              </a:ext>
            </a:extLst>
          </p:cNvPr>
          <p:cNvSpPr txBox="1"/>
          <p:nvPr/>
        </p:nvSpPr>
        <p:spPr>
          <a:xfrm>
            <a:off x="4918562" y="4816658"/>
            <a:ext cx="3282633" cy="784830"/>
          </a:xfrm>
          <a:prstGeom prst="rect">
            <a:avLst/>
          </a:prstGeom>
          <a:noFill/>
          <a:ln>
            <a:solidFill>
              <a:schemeClr val="accent1"/>
            </a:solidFill>
          </a:ln>
        </p:spPr>
        <p:txBody>
          <a:bodyPr wrap="square" rtlCol="0">
            <a:spAutoFit/>
          </a:bodyPr>
          <a:lstStyle/>
          <a:p>
            <a:r>
              <a:rPr lang="fr-FR" sz="900" dirty="0">
                <a:solidFill>
                  <a:schemeClr val="accent1"/>
                </a:solidFill>
              </a:rPr>
              <a:t>COMMUTATION DE PAQUET</a:t>
            </a:r>
          </a:p>
          <a:p>
            <a:endParaRPr lang="fr-FR" sz="900" dirty="0"/>
          </a:p>
          <a:p>
            <a:r>
              <a:rPr lang="fr-FR" sz="900" dirty="0"/>
              <a:t>Découpage du message en petit paquet numéroté transmis indépendamment par des nœuds intermédiaires et trié à la destination </a:t>
            </a:r>
          </a:p>
        </p:txBody>
      </p:sp>
      <p:sp>
        <p:nvSpPr>
          <p:cNvPr id="79" name="ZoneTexte 78">
            <a:extLst>
              <a:ext uri="{FF2B5EF4-FFF2-40B4-BE49-F238E27FC236}">
                <a16:creationId xmlns:a16="http://schemas.microsoft.com/office/drawing/2014/main" id="{8E4FC13F-BCAC-6A9B-FB35-57F24829AF62}"/>
              </a:ext>
            </a:extLst>
          </p:cNvPr>
          <p:cNvSpPr txBox="1"/>
          <p:nvPr/>
        </p:nvSpPr>
        <p:spPr>
          <a:xfrm>
            <a:off x="8300974" y="4697363"/>
            <a:ext cx="3799942" cy="1061829"/>
          </a:xfrm>
          <a:prstGeom prst="rect">
            <a:avLst/>
          </a:prstGeom>
          <a:noFill/>
          <a:ln>
            <a:solidFill>
              <a:schemeClr val="accent1"/>
            </a:solidFill>
          </a:ln>
        </p:spPr>
        <p:txBody>
          <a:bodyPr wrap="square" rtlCol="0">
            <a:spAutoFit/>
          </a:bodyPr>
          <a:lstStyle/>
          <a:p>
            <a:r>
              <a:rPr lang="fr-FR" sz="900" dirty="0">
                <a:solidFill>
                  <a:schemeClr val="accent1"/>
                </a:solidFill>
              </a:rPr>
              <a:t>COMMUTATION DE CELLULES</a:t>
            </a:r>
          </a:p>
          <a:p>
            <a:endParaRPr lang="fr-FR" sz="900" dirty="0"/>
          </a:p>
          <a:p>
            <a:r>
              <a:rPr lang="fr-FR" sz="900" dirty="0"/>
              <a:t>Combinaison entre les commutations paquet </a:t>
            </a:r>
            <a:r>
              <a:rPr lang="fr-FR" sz="900"/>
              <a:t>et circuit</a:t>
            </a:r>
            <a:endParaRPr lang="fr-FR" sz="900" dirty="0"/>
          </a:p>
          <a:p>
            <a:endParaRPr lang="fr-FR" sz="900" dirty="0"/>
          </a:p>
          <a:p>
            <a:pPr algn="just"/>
            <a:r>
              <a:rPr lang="fr-FR" sz="900" dirty="0"/>
              <a:t>Réseau ATM : </a:t>
            </a:r>
            <a:r>
              <a:rPr lang="fr-FR" sz="900" b="0" i="0" dirty="0">
                <a:solidFill>
                  <a:srgbClr val="000000"/>
                </a:solidFill>
                <a:effectLst/>
                <a:latin typeface="agrandirnarrow"/>
              </a:rPr>
              <a:t> une </a:t>
            </a:r>
            <a:r>
              <a:rPr lang="fr-FR" sz="900" b="1" i="0" dirty="0">
                <a:solidFill>
                  <a:srgbClr val="000000"/>
                </a:solidFill>
                <a:effectLst/>
                <a:latin typeface="agrandirnarrow"/>
              </a:rPr>
              <a:t>technologie de réseau étendu</a:t>
            </a:r>
            <a:r>
              <a:rPr lang="fr-FR" sz="900" b="0" i="0" dirty="0">
                <a:solidFill>
                  <a:srgbClr val="000000"/>
                </a:solidFill>
                <a:effectLst/>
                <a:latin typeface="agrandirnarrow"/>
              </a:rPr>
              <a:t> (WAN), qui permet le transfert efficace de divers types de communications. Il peut s’agir de données, de fichiers multimédias ou de voix</a:t>
            </a:r>
            <a:endParaRPr lang="fr-FR" sz="900" dirty="0"/>
          </a:p>
        </p:txBody>
      </p:sp>
      <p:sp>
        <p:nvSpPr>
          <p:cNvPr id="81" name="ZoneTexte 80">
            <a:extLst>
              <a:ext uri="{FF2B5EF4-FFF2-40B4-BE49-F238E27FC236}">
                <a16:creationId xmlns:a16="http://schemas.microsoft.com/office/drawing/2014/main" id="{D13406E5-53ED-D0BA-6B69-983625D763A9}"/>
              </a:ext>
            </a:extLst>
          </p:cNvPr>
          <p:cNvSpPr txBox="1"/>
          <p:nvPr/>
        </p:nvSpPr>
        <p:spPr>
          <a:xfrm>
            <a:off x="6196804" y="1194708"/>
            <a:ext cx="487634" cy="230832"/>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p>
            <a:r>
              <a:rPr lang="fr-FR" sz="900" dirty="0"/>
              <a:t>TAILLE</a:t>
            </a:r>
          </a:p>
        </p:txBody>
      </p:sp>
      <p:sp>
        <p:nvSpPr>
          <p:cNvPr id="80" name="ZoneTexte 79">
            <a:extLst>
              <a:ext uri="{FF2B5EF4-FFF2-40B4-BE49-F238E27FC236}">
                <a16:creationId xmlns:a16="http://schemas.microsoft.com/office/drawing/2014/main" id="{66B0E669-FFCA-1777-77D6-230C00B6ADAB}"/>
              </a:ext>
            </a:extLst>
          </p:cNvPr>
          <p:cNvSpPr txBox="1"/>
          <p:nvPr/>
        </p:nvSpPr>
        <p:spPr>
          <a:xfrm>
            <a:off x="8201195" y="87196"/>
            <a:ext cx="3896044" cy="646331"/>
          </a:xfrm>
          <a:prstGeom prst="rect">
            <a:avLst/>
          </a:prstGeom>
          <a:noFill/>
          <a:ln>
            <a:solidFill>
              <a:schemeClr val="accent1"/>
            </a:solidFill>
          </a:ln>
        </p:spPr>
        <p:txBody>
          <a:bodyPr wrap="square" rtlCol="0">
            <a:spAutoFit/>
          </a:bodyPr>
          <a:lstStyle/>
          <a:p>
            <a:r>
              <a:rPr lang="fr-FR" sz="900" i="1" dirty="0"/>
              <a:t>Pour communiquer entre deux machines, il faut:</a:t>
            </a:r>
          </a:p>
          <a:p>
            <a:r>
              <a:rPr lang="fr-FR" sz="900" i="1" dirty="0"/>
              <a:t>- un protocole : ensemble de règle ou de procédure à respecter pour émettre et recevoir  des données réseaux</a:t>
            </a:r>
          </a:p>
          <a:p>
            <a:r>
              <a:rPr lang="fr-FR" sz="900" i="1" dirty="0"/>
              <a:t>- la topologie </a:t>
            </a:r>
          </a:p>
        </p:txBody>
      </p:sp>
      <p:pic>
        <p:nvPicPr>
          <p:cNvPr id="87" name="Graphique 86" descr="Mégaphone1 avec un remplissage uni">
            <a:extLst>
              <a:ext uri="{FF2B5EF4-FFF2-40B4-BE49-F238E27FC236}">
                <a16:creationId xmlns:a16="http://schemas.microsoft.com/office/drawing/2014/main" id="{57AC89E8-1B81-7623-790C-70428B039A0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61428" y="-125084"/>
            <a:ext cx="424559" cy="424559"/>
          </a:xfrm>
          <a:prstGeom prst="rect">
            <a:avLst/>
          </a:prstGeom>
        </p:spPr>
      </p:pic>
      <p:sp>
        <p:nvSpPr>
          <p:cNvPr id="17" name="ZoneTexte 16">
            <a:extLst>
              <a:ext uri="{FF2B5EF4-FFF2-40B4-BE49-F238E27FC236}">
                <a16:creationId xmlns:a16="http://schemas.microsoft.com/office/drawing/2014/main" id="{FDA070D9-1984-3241-9E0C-DE5A73898025}"/>
              </a:ext>
            </a:extLst>
          </p:cNvPr>
          <p:cNvSpPr txBox="1"/>
          <p:nvPr/>
        </p:nvSpPr>
        <p:spPr>
          <a:xfrm>
            <a:off x="6231540" y="1439527"/>
            <a:ext cx="2785574" cy="923330"/>
          </a:xfrm>
          <a:prstGeom prst="rect">
            <a:avLst/>
          </a:prstGeom>
          <a:noFill/>
        </p:spPr>
        <p:txBody>
          <a:bodyPr wrap="square" rtlCol="0">
            <a:spAutoFit/>
          </a:bodyPr>
          <a:lstStyle/>
          <a:p>
            <a:pPr marL="228600" indent="-228600">
              <a:buFont typeface="+mj-lt"/>
              <a:buAutoNum type="arabicPeriod"/>
            </a:pPr>
            <a:r>
              <a:rPr lang="fr-FR" sz="900" dirty="0"/>
              <a:t>PAN : Personal Area Network (réseau personnel)</a:t>
            </a:r>
          </a:p>
          <a:p>
            <a:pPr marL="228600" indent="-228600">
              <a:buFont typeface="+mj-lt"/>
              <a:buAutoNum type="arabicPeriod"/>
            </a:pPr>
            <a:r>
              <a:rPr lang="fr-FR" sz="900" dirty="0"/>
              <a:t>LAN : Local Area Network (au – 2 ordinateurs)</a:t>
            </a:r>
          </a:p>
          <a:p>
            <a:pPr marL="228600" indent="-228600">
              <a:buFont typeface="+mj-lt"/>
              <a:buAutoNum type="arabicPeriod"/>
            </a:pPr>
            <a:r>
              <a:rPr lang="fr-FR" sz="900" dirty="0"/>
              <a:t>MAN: Metropolitan Area Network (entre villes)</a:t>
            </a:r>
          </a:p>
          <a:p>
            <a:pPr marL="228600" indent="-228600">
              <a:buFont typeface="+mj-lt"/>
              <a:buAutoNum type="arabicPeriod"/>
            </a:pPr>
            <a:r>
              <a:rPr lang="fr-FR" sz="900" dirty="0"/>
              <a:t>WAN : Wide Area Network (entre pays continent)</a:t>
            </a:r>
          </a:p>
          <a:p>
            <a:pPr marL="228600" indent="-228600">
              <a:buFont typeface="+mj-lt"/>
              <a:buAutoNum type="arabicPeriod"/>
            </a:pPr>
            <a:r>
              <a:rPr lang="fr-FR" sz="900" dirty="0"/>
              <a:t>GAN: Global Area Network </a:t>
            </a:r>
          </a:p>
          <a:p>
            <a:r>
              <a:rPr lang="fr-FR" sz="900" dirty="0"/>
              <a:t>(entre les continents (fibres optiques)</a:t>
            </a:r>
          </a:p>
        </p:txBody>
      </p:sp>
      <p:pic>
        <p:nvPicPr>
          <p:cNvPr id="19" name="Image 18">
            <a:extLst>
              <a:ext uri="{FF2B5EF4-FFF2-40B4-BE49-F238E27FC236}">
                <a16:creationId xmlns:a16="http://schemas.microsoft.com/office/drawing/2014/main" id="{258FC51D-FB32-E38A-6DA9-B196229D0157}"/>
              </a:ext>
            </a:extLst>
          </p:cNvPr>
          <p:cNvPicPr>
            <a:picLocks noChangeAspect="1"/>
          </p:cNvPicPr>
          <p:nvPr/>
        </p:nvPicPr>
        <p:blipFill>
          <a:blip r:embed="rId4"/>
          <a:stretch>
            <a:fillRect/>
          </a:stretch>
        </p:blipFill>
        <p:spPr>
          <a:xfrm>
            <a:off x="9011531" y="846152"/>
            <a:ext cx="2989897" cy="1621564"/>
          </a:xfrm>
          <a:prstGeom prst="rect">
            <a:avLst/>
          </a:prstGeom>
        </p:spPr>
      </p:pic>
      <p:sp>
        <p:nvSpPr>
          <p:cNvPr id="15" name="Ellipse 14">
            <a:extLst>
              <a:ext uri="{FF2B5EF4-FFF2-40B4-BE49-F238E27FC236}">
                <a16:creationId xmlns:a16="http://schemas.microsoft.com/office/drawing/2014/main" id="{68EA3472-5240-5731-FD4E-98A233DB5B5D}"/>
              </a:ext>
            </a:extLst>
          </p:cNvPr>
          <p:cNvSpPr/>
          <p:nvPr/>
        </p:nvSpPr>
        <p:spPr>
          <a:xfrm>
            <a:off x="9217108" y="1334734"/>
            <a:ext cx="553076" cy="233081"/>
          </a:xfrm>
          <a:prstGeom prst="ellipse">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fr-FR" sz="900" b="1" dirty="0"/>
              <a:t>PAN</a:t>
            </a:r>
          </a:p>
        </p:txBody>
      </p:sp>
      <p:sp>
        <p:nvSpPr>
          <p:cNvPr id="2" name="Ellipse 1">
            <a:extLst>
              <a:ext uri="{FF2B5EF4-FFF2-40B4-BE49-F238E27FC236}">
                <a16:creationId xmlns:a16="http://schemas.microsoft.com/office/drawing/2014/main" id="{A243FA11-1BAA-981E-E3DD-03864455135F}"/>
              </a:ext>
            </a:extLst>
          </p:cNvPr>
          <p:cNvSpPr/>
          <p:nvPr/>
        </p:nvSpPr>
        <p:spPr>
          <a:xfrm>
            <a:off x="68746" y="5719984"/>
            <a:ext cx="389017" cy="318830"/>
          </a:xfrm>
          <a:prstGeom prst="ellips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rtlCol="0" anchor="ctr"/>
          <a:lstStyle/>
          <a:p>
            <a:pPr algn="ctr"/>
            <a:r>
              <a:rPr lang="fr-FR" dirty="0"/>
              <a:t>6</a:t>
            </a:r>
          </a:p>
        </p:txBody>
      </p:sp>
      <p:sp>
        <p:nvSpPr>
          <p:cNvPr id="3" name="ZoneTexte 2">
            <a:extLst>
              <a:ext uri="{FF2B5EF4-FFF2-40B4-BE49-F238E27FC236}">
                <a16:creationId xmlns:a16="http://schemas.microsoft.com/office/drawing/2014/main" id="{6B81B293-9453-1E8C-B26C-0BECFE09F5A6}"/>
              </a:ext>
            </a:extLst>
          </p:cNvPr>
          <p:cNvSpPr txBox="1"/>
          <p:nvPr/>
        </p:nvSpPr>
        <p:spPr>
          <a:xfrm>
            <a:off x="447308" y="5756289"/>
            <a:ext cx="2335649" cy="246221"/>
          </a:xfrm>
          <a:prstGeom prst="rect">
            <a:avLst/>
          </a:prstGeom>
          <a:noFill/>
          <a:ln>
            <a:noFill/>
          </a:ln>
        </p:spPr>
        <p:txBody>
          <a:bodyPr wrap="square" rtlCol="0">
            <a:spAutoFit/>
          </a:bodyPr>
          <a:lstStyle/>
          <a:p>
            <a:r>
              <a:rPr lang="fr-FR" sz="1000" dirty="0"/>
              <a:t>Les trois grandes Architectures réseaux</a:t>
            </a:r>
            <a:endParaRPr lang="fr-FR" sz="1000" i="1" dirty="0"/>
          </a:p>
        </p:txBody>
      </p:sp>
      <p:pic>
        <p:nvPicPr>
          <p:cNvPr id="27" name="Image 26">
            <a:extLst>
              <a:ext uri="{FF2B5EF4-FFF2-40B4-BE49-F238E27FC236}">
                <a16:creationId xmlns:a16="http://schemas.microsoft.com/office/drawing/2014/main" id="{2B1174BE-2790-A78C-B5F8-D2E70352271F}"/>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1180237" y="3121748"/>
            <a:ext cx="337710" cy="340007"/>
          </a:xfrm>
          <a:prstGeom prst="rect">
            <a:avLst/>
          </a:prstGeom>
        </p:spPr>
      </p:pic>
      <p:pic>
        <p:nvPicPr>
          <p:cNvPr id="29" name="Image 28">
            <a:extLst>
              <a:ext uri="{FF2B5EF4-FFF2-40B4-BE49-F238E27FC236}">
                <a16:creationId xmlns:a16="http://schemas.microsoft.com/office/drawing/2014/main" id="{A0CE4286-2E70-B0ED-4C68-94308758444E}"/>
              </a:ext>
            </a:extLst>
          </p:cNvPr>
          <p:cNvPicPr>
            <a:picLocks noChangeAspect="1"/>
          </p:cNvPicPr>
          <p:nvPr/>
        </p:nvPicPr>
        <p:blipFill>
          <a:blip r:embed="rId6">
            <a:clrChange>
              <a:clrFrom>
                <a:srgbClr val="FBFBFB"/>
              </a:clrFrom>
              <a:clrTo>
                <a:srgbClr val="FBFBFB">
                  <a:alpha val="0"/>
                </a:srgbClr>
              </a:clrTo>
            </a:clrChange>
          </a:blip>
          <a:stretch>
            <a:fillRect/>
          </a:stretch>
        </p:blipFill>
        <p:spPr>
          <a:xfrm>
            <a:off x="3861785" y="3108427"/>
            <a:ext cx="378217" cy="369333"/>
          </a:xfrm>
          <a:prstGeom prst="rect">
            <a:avLst/>
          </a:prstGeom>
        </p:spPr>
      </p:pic>
      <p:pic>
        <p:nvPicPr>
          <p:cNvPr id="32" name="Image 31">
            <a:extLst>
              <a:ext uri="{FF2B5EF4-FFF2-40B4-BE49-F238E27FC236}">
                <a16:creationId xmlns:a16="http://schemas.microsoft.com/office/drawing/2014/main" id="{A8836FAF-82E2-2B2C-4043-292BDFE94F6B}"/>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Layer>
                </a14:imgProps>
              </a:ext>
            </a:extLst>
          </a:blip>
          <a:stretch>
            <a:fillRect/>
          </a:stretch>
        </p:blipFill>
        <p:spPr>
          <a:xfrm>
            <a:off x="605604" y="5986396"/>
            <a:ext cx="954670" cy="781445"/>
          </a:xfrm>
          <a:prstGeom prst="rect">
            <a:avLst/>
          </a:prstGeom>
        </p:spPr>
      </p:pic>
      <p:pic>
        <p:nvPicPr>
          <p:cNvPr id="38" name="Image 37">
            <a:extLst>
              <a:ext uri="{FF2B5EF4-FFF2-40B4-BE49-F238E27FC236}">
                <a16:creationId xmlns:a16="http://schemas.microsoft.com/office/drawing/2014/main" id="{98DB07D2-D94A-D77C-B534-BCDBBDCC0D3D}"/>
              </a:ext>
            </a:extLst>
          </p:cNvPr>
          <p:cNvPicPr>
            <a:picLocks noChangeAspect="1"/>
          </p:cNvPicPr>
          <p:nvPr/>
        </p:nvPicPr>
        <p:blipFill rotWithShape="1">
          <a:blip r:embed="rId9"/>
          <a:srcRect b="11683"/>
          <a:stretch/>
        </p:blipFill>
        <p:spPr>
          <a:xfrm>
            <a:off x="3974545" y="6025941"/>
            <a:ext cx="1242688" cy="699122"/>
          </a:xfrm>
          <a:prstGeom prst="rect">
            <a:avLst/>
          </a:prstGeom>
        </p:spPr>
      </p:pic>
      <p:sp>
        <p:nvSpPr>
          <p:cNvPr id="39" name="ZoneTexte 38">
            <a:extLst>
              <a:ext uri="{FF2B5EF4-FFF2-40B4-BE49-F238E27FC236}">
                <a16:creationId xmlns:a16="http://schemas.microsoft.com/office/drawing/2014/main" id="{3308EA9F-3507-E4EB-D7A0-9466E5A58669}"/>
              </a:ext>
            </a:extLst>
          </p:cNvPr>
          <p:cNvSpPr txBox="1"/>
          <p:nvPr/>
        </p:nvSpPr>
        <p:spPr>
          <a:xfrm>
            <a:off x="1685519" y="5986396"/>
            <a:ext cx="2156139" cy="784830"/>
          </a:xfrm>
          <a:prstGeom prst="rect">
            <a:avLst/>
          </a:prstGeom>
          <a:noFill/>
        </p:spPr>
        <p:txBody>
          <a:bodyPr wrap="square" rtlCol="0">
            <a:spAutoFit/>
          </a:bodyPr>
          <a:lstStyle/>
          <a:p>
            <a:r>
              <a:rPr lang="fr-FR" sz="900" dirty="0">
                <a:solidFill>
                  <a:schemeClr val="accent1"/>
                </a:solidFill>
              </a:rPr>
              <a:t>POSTE À POSTE </a:t>
            </a:r>
          </a:p>
          <a:p>
            <a:r>
              <a:rPr lang="fr-FR" sz="900" dirty="0"/>
              <a:t>Chaque ordinateur a le mm rôle et est responsable de ses données</a:t>
            </a:r>
          </a:p>
          <a:p>
            <a:r>
              <a:rPr lang="fr-FR" sz="900" dirty="0"/>
              <a:t>+ robustesse</a:t>
            </a:r>
          </a:p>
          <a:p>
            <a:r>
              <a:rPr lang="fr-FR" sz="900" dirty="0"/>
              <a:t>_ sécurité et administration très difficile</a:t>
            </a:r>
          </a:p>
        </p:txBody>
      </p:sp>
      <p:sp>
        <p:nvSpPr>
          <p:cNvPr id="40" name="ZoneTexte 39">
            <a:extLst>
              <a:ext uri="{FF2B5EF4-FFF2-40B4-BE49-F238E27FC236}">
                <a16:creationId xmlns:a16="http://schemas.microsoft.com/office/drawing/2014/main" id="{74BDD98B-3355-8828-D758-D4913914A79D}"/>
              </a:ext>
            </a:extLst>
          </p:cNvPr>
          <p:cNvSpPr txBox="1"/>
          <p:nvPr/>
        </p:nvSpPr>
        <p:spPr>
          <a:xfrm>
            <a:off x="5215305" y="5887094"/>
            <a:ext cx="2295289" cy="923330"/>
          </a:xfrm>
          <a:prstGeom prst="rect">
            <a:avLst/>
          </a:prstGeom>
          <a:noFill/>
        </p:spPr>
        <p:txBody>
          <a:bodyPr wrap="square" rtlCol="0">
            <a:spAutoFit/>
          </a:bodyPr>
          <a:lstStyle/>
          <a:p>
            <a:r>
              <a:rPr lang="fr-FR" sz="900" dirty="0">
                <a:solidFill>
                  <a:schemeClr val="accent1"/>
                </a:solidFill>
              </a:rPr>
              <a:t>CLIENT-SERVEUR</a:t>
            </a:r>
            <a:r>
              <a:rPr lang="fr-FR" sz="900" dirty="0"/>
              <a:t> *</a:t>
            </a:r>
          </a:p>
          <a:p>
            <a:r>
              <a:rPr lang="fr-FR" sz="900" dirty="0"/>
              <a:t>(grande entreprise)</a:t>
            </a:r>
          </a:p>
          <a:p>
            <a:r>
              <a:rPr lang="fr-FR" sz="900" dirty="0"/>
              <a:t>Exple serveur http web</a:t>
            </a:r>
          </a:p>
          <a:p>
            <a:r>
              <a:rPr lang="fr-FR" sz="900" dirty="0"/>
              <a:t>+ sécurisation du serveur – centralisation</a:t>
            </a:r>
          </a:p>
          <a:p>
            <a:r>
              <a:rPr lang="fr-FR" sz="900" dirty="0"/>
              <a:t>- serveur maillon faible – charger le serveur</a:t>
            </a:r>
          </a:p>
          <a:p>
            <a:r>
              <a:rPr lang="fr-FR" sz="900" dirty="0"/>
              <a:t>Installer un logiciel côté client</a:t>
            </a:r>
          </a:p>
        </p:txBody>
      </p:sp>
      <p:pic>
        <p:nvPicPr>
          <p:cNvPr id="43" name="Image 42">
            <a:extLst>
              <a:ext uri="{FF2B5EF4-FFF2-40B4-BE49-F238E27FC236}">
                <a16:creationId xmlns:a16="http://schemas.microsoft.com/office/drawing/2014/main" id="{E1AD5F24-B037-9B1F-8085-4BD5206D377D}"/>
              </a:ext>
            </a:extLst>
          </p:cNvPr>
          <p:cNvPicPr>
            <a:picLocks noChangeAspect="1"/>
          </p:cNvPicPr>
          <p:nvPr/>
        </p:nvPicPr>
        <p:blipFill>
          <a:blip r:embed="rId10"/>
          <a:stretch>
            <a:fillRect/>
          </a:stretch>
        </p:blipFill>
        <p:spPr>
          <a:xfrm>
            <a:off x="7682949" y="5836895"/>
            <a:ext cx="1851482" cy="1000272"/>
          </a:xfrm>
          <a:prstGeom prst="rect">
            <a:avLst/>
          </a:prstGeom>
        </p:spPr>
      </p:pic>
      <p:sp>
        <p:nvSpPr>
          <p:cNvPr id="41" name="ZoneTexte 40">
            <a:extLst>
              <a:ext uri="{FF2B5EF4-FFF2-40B4-BE49-F238E27FC236}">
                <a16:creationId xmlns:a16="http://schemas.microsoft.com/office/drawing/2014/main" id="{C05AFE0D-A925-FE90-67B0-4392E2781EEA}"/>
              </a:ext>
            </a:extLst>
          </p:cNvPr>
          <p:cNvSpPr txBox="1"/>
          <p:nvPr/>
        </p:nvSpPr>
        <p:spPr>
          <a:xfrm>
            <a:off x="9316280" y="5879400"/>
            <a:ext cx="2509584" cy="1061829"/>
          </a:xfrm>
          <a:prstGeom prst="rect">
            <a:avLst/>
          </a:prstGeom>
          <a:noFill/>
        </p:spPr>
        <p:txBody>
          <a:bodyPr wrap="square" rtlCol="0">
            <a:spAutoFit/>
          </a:bodyPr>
          <a:lstStyle/>
          <a:p>
            <a:r>
              <a:rPr lang="fr-FR" sz="900" dirty="0">
                <a:solidFill>
                  <a:schemeClr val="accent1"/>
                </a:solidFill>
              </a:rPr>
              <a:t>TROIS  TIERS </a:t>
            </a:r>
            <a:r>
              <a:rPr lang="fr-FR" sz="900" dirty="0"/>
              <a:t>(architecture web)</a:t>
            </a:r>
          </a:p>
          <a:p>
            <a:r>
              <a:rPr lang="fr-FR" sz="900" dirty="0"/>
              <a:t>3 niveaux (client léger – serveur web =serveur de calcul – serveur données =  serveur de stockage )</a:t>
            </a:r>
          </a:p>
          <a:p>
            <a:endParaRPr lang="fr-FR" sz="900" dirty="0"/>
          </a:p>
          <a:p>
            <a:r>
              <a:rPr lang="fr-FR" sz="900" dirty="0"/>
              <a:t>+ client léger </a:t>
            </a:r>
          </a:p>
          <a:p>
            <a:r>
              <a:rPr lang="fr-FR" sz="900" dirty="0"/>
              <a:t>    serveur plus à l’aise</a:t>
            </a:r>
          </a:p>
          <a:p>
            <a:r>
              <a:rPr lang="fr-FR" sz="900" dirty="0"/>
              <a:t>    </a:t>
            </a:r>
          </a:p>
        </p:txBody>
      </p:sp>
      <p:sp>
        <p:nvSpPr>
          <p:cNvPr id="45" name="ZoneTexte 44">
            <a:extLst>
              <a:ext uri="{FF2B5EF4-FFF2-40B4-BE49-F238E27FC236}">
                <a16:creationId xmlns:a16="http://schemas.microsoft.com/office/drawing/2014/main" id="{3768A599-AB87-4901-3990-F1C652B10FC9}"/>
              </a:ext>
            </a:extLst>
          </p:cNvPr>
          <p:cNvSpPr txBox="1"/>
          <p:nvPr/>
        </p:nvSpPr>
        <p:spPr>
          <a:xfrm>
            <a:off x="4348054" y="5772993"/>
            <a:ext cx="651027" cy="230832"/>
          </a:xfrm>
          <a:prstGeom prst="rect">
            <a:avLst/>
          </a:prstGeom>
          <a:noFill/>
          <a:ln>
            <a:noFill/>
          </a:ln>
        </p:spPr>
        <p:txBody>
          <a:bodyPr wrap="square" rtlCol="0">
            <a:spAutoFit/>
          </a:bodyPr>
          <a:lstStyle/>
          <a:p>
            <a:r>
              <a:rPr lang="fr-FR" sz="900" dirty="0"/>
              <a:t>serveur</a:t>
            </a:r>
          </a:p>
        </p:txBody>
      </p:sp>
      <p:sp>
        <p:nvSpPr>
          <p:cNvPr id="46" name="ZoneTexte 45">
            <a:extLst>
              <a:ext uri="{FF2B5EF4-FFF2-40B4-BE49-F238E27FC236}">
                <a16:creationId xmlns:a16="http://schemas.microsoft.com/office/drawing/2014/main" id="{CBFD0883-1C97-D06E-E5B8-75DBB2F829C7}"/>
              </a:ext>
            </a:extLst>
          </p:cNvPr>
          <p:cNvSpPr txBox="1"/>
          <p:nvPr/>
        </p:nvSpPr>
        <p:spPr>
          <a:xfrm>
            <a:off x="3806216" y="6626250"/>
            <a:ext cx="651027" cy="230832"/>
          </a:xfrm>
          <a:prstGeom prst="rect">
            <a:avLst/>
          </a:prstGeom>
          <a:noFill/>
          <a:ln>
            <a:noFill/>
          </a:ln>
        </p:spPr>
        <p:txBody>
          <a:bodyPr wrap="square" rtlCol="0">
            <a:spAutoFit/>
          </a:bodyPr>
          <a:lstStyle/>
          <a:p>
            <a:pPr algn="ctr"/>
            <a:r>
              <a:rPr lang="fr-FR" sz="900" dirty="0"/>
              <a:t>client</a:t>
            </a:r>
          </a:p>
        </p:txBody>
      </p:sp>
      <p:sp>
        <p:nvSpPr>
          <p:cNvPr id="47" name="ZoneTexte 46">
            <a:extLst>
              <a:ext uri="{FF2B5EF4-FFF2-40B4-BE49-F238E27FC236}">
                <a16:creationId xmlns:a16="http://schemas.microsoft.com/office/drawing/2014/main" id="{3D333AEC-EABE-DED4-0B66-EA016DB5C1B1}"/>
              </a:ext>
            </a:extLst>
          </p:cNvPr>
          <p:cNvSpPr txBox="1"/>
          <p:nvPr/>
        </p:nvSpPr>
        <p:spPr>
          <a:xfrm>
            <a:off x="4740490" y="6640583"/>
            <a:ext cx="651027" cy="230832"/>
          </a:xfrm>
          <a:prstGeom prst="rect">
            <a:avLst/>
          </a:prstGeom>
          <a:noFill/>
          <a:ln>
            <a:noFill/>
          </a:ln>
        </p:spPr>
        <p:txBody>
          <a:bodyPr wrap="square" rtlCol="0">
            <a:spAutoFit/>
          </a:bodyPr>
          <a:lstStyle/>
          <a:p>
            <a:pPr algn="ctr"/>
            <a:r>
              <a:rPr lang="fr-FR" sz="900" dirty="0"/>
              <a:t>client</a:t>
            </a:r>
          </a:p>
        </p:txBody>
      </p:sp>
      <p:sp>
        <p:nvSpPr>
          <p:cNvPr id="50" name="Organigramme : Terminateur 49">
            <a:extLst>
              <a:ext uri="{FF2B5EF4-FFF2-40B4-BE49-F238E27FC236}">
                <a16:creationId xmlns:a16="http://schemas.microsoft.com/office/drawing/2014/main" id="{BE493096-1011-E10A-33D4-EC7302150A91}"/>
              </a:ext>
            </a:extLst>
          </p:cNvPr>
          <p:cNvSpPr/>
          <p:nvPr/>
        </p:nvSpPr>
        <p:spPr>
          <a:xfrm>
            <a:off x="2615664" y="5810024"/>
            <a:ext cx="1242688" cy="186826"/>
          </a:xfrm>
          <a:prstGeom prst="flowChartTerminator">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fr-FR" sz="900" dirty="0"/>
              <a:t>Topologie logique</a:t>
            </a:r>
          </a:p>
        </p:txBody>
      </p:sp>
      <p:sp>
        <p:nvSpPr>
          <p:cNvPr id="52" name="Organigramme : Terminateur 51">
            <a:extLst>
              <a:ext uri="{FF2B5EF4-FFF2-40B4-BE49-F238E27FC236}">
                <a16:creationId xmlns:a16="http://schemas.microsoft.com/office/drawing/2014/main" id="{80D063B9-73E8-BE18-B470-27C3D56CE0EB}"/>
              </a:ext>
            </a:extLst>
          </p:cNvPr>
          <p:cNvSpPr/>
          <p:nvPr/>
        </p:nvSpPr>
        <p:spPr>
          <a:xfrm>
            <a:off x="913124" y="2012623"/>
            <a:ext cx="1366030" cy="161649"/>
          </a:xfrm>
          <a:prstGeom prst="flowChartTerminator">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fr-FR" sz="900" dirty="0"/>
              <a:t>Topologie physique*</a:t>
            </a:r>
          </a:p>
        </p:txBody>
      </p:sp>
      <p:sp>
        <p:nvSpPr>
          <p:cNvPr id="54" name="Organigramme : Terminateur 53">
            <a:extLst>
              <a:ext uri="{FF2B5EF4-FFF2-40B4-BE49-F238E27FC236}">
                <a16:creationId xmlns:a16="http://schemas.microsoft.com/office/drawing/2014/main" id="{70578347-F5F0-E139-8424-2D8A97844401}"/>
              </a:ext>
            </a:extLst>
          </p:cNvPr>
          <p:cNvSpPr/>
          <p:nvPr/>
        </p:nvSpPr>
        <p:spPr>
          <a:xfrm>
            <a:off x="9723989" y="394870"/>
            <a:ext cx="1279820" cy="165768"/>
          </a:xfrm>
          <a:prstGeom prst="flowChartTerminator">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fr-FR" sz="900" dirty="0"/>
              <a:t>Topologie logique</a:t>
            </a:r>
          </a:p>
        </p:txBody>
      </p:sp>
      <p:sp>
        <p:nvSpPr>
          <p:cNvPr id="56" name="Organigramme : Terminateur 55">
            <a:extLst>
              <a:ext uri="{FF2B5EF4-FFF2-40B4-BE49-F238E27FC236}">
                <a16:creationId xmlns:a16="http://schemas.microsoft.com/office/drawing/2014/main" id="{4305DBEF-6487-C912-B31A-AB792EDA4C42}"/>
              </a:ext>
            </a:extLst>
          </p:cNvPr>
          <p:cNvSpPr/>
          <p:nvPr/>
        </p:nvSpPr>
        <p:spPr>
          <a:xfrm>
            <a:off x="4078732" y="2920616"/>
            <a:ext cx="1242688" cy="186826"/>
          </a:xfrm>
          <a:prstGeom prst="flowChartTerminator">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fr-FR" sz="900" dirty="0"/>
              <a:t>Topologie logique*</a:t>
            </a:r>
          </a:p>
        </p:txBody>
      </p:sp>
      <p:sp>
        <p:nvSpPr>
          <p:cNvPr id="57" name="Organigramme : Terminateur 56">
            <a:extLst>
              <a:ext uri="{FF2B5EF4-FFF2-40B4-BE49-F238E27FC236}">
                <a16:creationId xmlns:a16="http://schemas.microsoft.com/office/drawing/2014/main" id="{789FAEA6-73D3-5708-CE90-FCCF92F0F871}"/>
              </a:ext>
            </a:extLst>
          </p:cNvPr>
          <p:cNvSpPr/>
          <p:nvPr/>
        </p:nvSpPr>
        <p:spPr>
          <a:xfrm>
            <a:off x="8395770" y="4208102"/>
            <a:ext cx="1242688" cy="186826"/>
          </a:xfrm>
          <a:prstGeom prst="flowChartTerminator">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r>
              <a:rPr lang="fr-FR" sz="900" dirty="0"/>
              <a:t>Topologie logique</a:t>
            </a:r>
          </a:p>
        </p:txBody>
      </p:sp>
      <p:sp>
        <p:nvSpPr>
          <p:cNvPr id="14" name="Organigramme : Terminateur 13">
            <a:extLst>
              <a:ext uri="{FF2B5EF4-FFF2-40B4-BE49-F238E27FC236}">
                <a16:creationId xmlns:a16="http://schemas.microsoft.com/office/drawing/2014/main" id="{0865ED5F-CCE6-9570-F5F9-04AE8BF62B1B}"/>
              </a:ext>
            </a:extLst>
          </p:cNvPr>
          <p:cNvSpPr/>
          <p:nvPr/>
        </p:nvSpPr>
        <p:spPr>
          <a:xfrm>
            <a:off x="950786" y="2429257"/>
            <a:ext cx="1260916" cy="157020"/>
          </a:xfrm>
          <a:prstGeom prst="flowChartTerminator">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fr-FR" sz="900" dirty="0"/>
              <a:t>Topologie physique</a:t>
            </a:r>
          </a:p>
        </p:txBody>
      </p:sp>
      <p:sp>
        <p:nvSpPr>
          <p:cNvPr id="18" name="Ellipse 17">
            <a:extLst>
              <a:ext uri="{FF2B5EF4-FFF2-40B4-BE49-F238E27FC236}">
                <a16:creationId xmlns:a16="http://schemas.microsoft.com/office/drawing/2014/main" id="{895ABF51-7C97-097B-1296-DBC37938839E}"/>
              </a:ext>
            </a:extLst>
          </p:cNvPr>
          <p:cNvSpPr/>
          <p:nvPr/>
        </p:nvSpPr>
        <p:spPr>
          <a:xfrm>
            <a:off x="5895526" y="2854614"/>
            <a:ext cx="389017" cy="318830"/>
          </a:xfrm>
          <a:prstGeom prst="ellipse">
            <a:avLst/>
          </a:prstGeom>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rtlCol="0" anchor="ctr"/>
          <a:lstStyle/>
          <a:p>
            <a:pPr algn="ctr"/>
            <a:r>
              <a:rPr lang="fr-FR" dirty="0"/>
              <a:t>4</a:t>
            </a:r>
          </a:p>
        </p:txBody>
      </p:sp>
      <p:sp>
        <p:nvSpPr>
          <p:cNvPr id="22" name="Espace réservé du numéro de diapositive 21">
            <a:extLst>
              <a:ext uri="{FF2B5EF4-FFF2-40B4-BE49-F238E27FC236}">
                <a16:creationId xmlns:a16="http://schemas.microsoft.com/office/drawing/2014/main" id="{DE79F702-1F39-511C-D066-EFF1448A35B7}"/>
              </a:ext>
            </a:extLst>
          </p:cNvPr>
          <p:cNvSpPr>
            <a:spLocks noGrp="1"/>
          </p:cNvSpPr>
          <p:nvPr>
            <p:ph type="sldNum" sz="quarter" idx="12"/>
          </p:nvPr>
        </p:nvSpPr>
        <p:spPr/>
        <p:txBody>
          <a:bodyPr/>
          <a:lstStyle/>
          <a:p>
            <a:fld id="{A1788E4B-14DA-4295-B966-6520CEF7CCFD}" type="slidenum">
              <a:rPr lang="fr-FR" smtClean="0"/>
              <a:t>3</a:t>
            </a:fld>
            <a:endParaRPr lang="fr-FR" dirty="0"/>
          </a:p>
        </p:txBody>
      </p:sp>
    </p:spTree>
    <p:extLst>
      <p:ext uri="{BB962C8B-B14F-4D97-AF65-F5344CB8AC3E}">
        <p14:creationId xmlns:p14="http://schemas.microsoft.com/office/powerpoint/2010/main" val="4001086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re 1">
            <a:extLst>
              <a:ext uri="{FF2B5EF4-FFF2-40B4-BE49-F238E27FC236}">
                <a16:creationId xmlns:a16="http://schemas.microsoft.com/office/drawing/2014/main" id="{9639EE45-3CEB-4173-3BFA-B8E8679ED244}"/>
              </a:ext>
            </a:extLst>
          </p:cNvPr>
          <p:cNvSpPr txBox="1">
            <a:spLocks/>
          </p:cNvSpPr>
          <p:nvPr/>
        </p:nvSpPr>
        <p:spPr>
          <a:xfrm>
            <a:off x="83792" y="213470"/>
            <a:ext cx="6983648" cy="681477"/>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r>
              <a:rPr lang="fr-FR" sz="1800" dirty="0"/>
              <a:t>	Le Cloud c’est du réseau défini par le logiciel</a:t>
            </a:r>
            <a:endParaRPr lang="fr-FR" sz="1200" dirty="0"/>
          </a:p>
        </p:txBody>
      </p:sp>
      <p:pic>
        <p:nvPicPr>
          <p:cNvPr id="33" name="Image 32">
            <a:extLst>
              <a:ext uri="{FF2B5EF4-FFF2-40B4-BE49-F238E27FC236}">
                <a16:creationId xmlns:a16="http://schemas.microsoft.com/office/drawing/2014/main" id="{CB4A02A8-0DE2-9D75-4FC5-16341FD4A09B}"/>
              </a:ext>
            </a:extLst>
          </p:cNvPr>
          <p:cNvPicPr>
            <a:picLocks noChangeAspect="1"/>
          </p:cNvPicPr>
          <p:nvPr/>
        </p:nvPicPr>
        <p:blipFill>
          <a:blip r:embed="rId2"/>
          <a:stretch>
            <a:fillRect/>
          </a:stretch>
        </p:blipFill>
        <p:spPr>
          <a:xfrm>
            <a:off x="290422" y="243312"/>
            <a:ext cx="775162" cy="621792"/>
          </a:xfrm>
          <a:prstGeom prst="rect">
            <a:avLst/>
          </a:prstGeom>
        </p:spPr>
      </p:pic>
      <p:sp>
        <p:nvSpPr>
          <p:cNvPr id="36" name="Espace réservé du contenu 35">
            <a:extLst>
              <a:ext uri="{FF2B5EF4-FFF2-40B4-BE49-F238E27FC236}">
                <a16:creationId xmlns:a16="http://schemas.microsoft.com/office/drawing/2014/main" id="{653C39F2-1800-832D-DB9A-BE63DFC0D86C}"/>
              </a:ext>
            </a:extLst>
          </p:cNvPr>
          <p:cNvSpPr>
            <a:spLocks noGrp="1"/>
          </p:cNvSpPr>
          <p:nvPr>
            <p:ph idx="1"/>
          </p:nvPr>
        </p:nvSpPr>
        <p:spPr>
          <a:xfrm>
            <a:off x="83792" y="1185546"/>
            <a:ext cx="6983648" cy="1212598"/>
          </a:xfrm>
        </p:spPr>
        <p:txBody>
          <a:bodyPr>
            <a:noAutofit/>
          </a:bodyPr>
          <a:lstStyle/>
          <a:p>
            <a:pPr>
              <a:buFont typeface="Wingdings" panose="05000000000000000000" pitchFamily="2" charset="2"/>
              <a:buChar char="§"/>
            </a:pPr>
            <a:r>
              <a:rPr lang="fr-FR" sz="1200" dirty="0"/>
              <a:t>Définitions : </a:t>
            </a:r>
          </a:p>
          <a:p>
            <a:pPr lvl="1"/>
            <a:r>
              <a:rPr lang="fr-FR" sz="1200" dirty="0"/>
              <a:t>Un VPC AWS : C’est un plan d’adressage qui s’écrit (10.0.0.0/16)</a:t>
            </a:r>
          </a:p>
          <a:p>
            <a:pPr lvl="1"/>
            <a:r>
              <a:rPr lang="fr-FR" sz="1200" dirty="0"/>
              <a:t>Un Sous-réseau public ou privé : C’est une table de routage que nous choisissons</a:t>
            </a:r>
          </a:p>
          <a:p>
            <a:pPr lvl="1"/>
            <a:r>
              <a:rPr lang="fr-FR" sz="1200" dirty="0"/>
              <a:t>Un </a:t>
            </a:r>
            <a:r>
              <a:rPr lang="fr-FR" sz="1200" dirty="0" err="1"/>
              <a:t>sécurity</a:t>
            </a:r>
            <a:r>
              <a:rPr lang="fr-FR" sz="1200" dirty="0"/>
              <a:t> group : C’est une règle de pare-feu que nous rédigeons</a:t>
            </a:r>
          </a:p>
          <a:p>
            <a:pPr lvl="1"/>
            <a:r>
              <a:rPr lang="fr-FR" sz="1200" dirty="0"/>
              <a:t>Un </a:t>
            </a:r>
            <a:r>
              <a:rPr lang="fr-FR" sz="1200" dirty="0" err="1"/>
              <a:t>load</a:t>
            </a:r>
            <a:r>
              <a:rPr lang="fr-FR" sz="1200" dirty="0"/>
              <a:t> balancer : c’est de la répartition de charge L4/L7 que nous configurons</a:t>
            </a:r>
          </a:p>
          <a:p>
            <a:pPr marL="0" indent="0">
              <a:buNone/>
            </a:pPr>
            <a:r>
              <a:rPr lang="fr-FR" sz="1200" dirty="0"/>
              <a:t> </a:t>
            </a:r>
          </a:p>
          <a:p>
            <a:pPr marL="457200" lvl="1" indent="0">
              <a:buNone/>
            </a:pPr>
            <a:endParaRPr lang="fr-FR" sz="1200" dirty="0"/>
          </a:p>
        </p:txBody>
      </p:sp>
      <p:pic>
        <p:nvPicPr>
          <p:cNvPr id="41" name="Image 40">
            <a:extLst>
              <a:ext uri="{FF2B5EF4-FFF2-40B4-BE49-F238E27FC236}">
                <a16:creationId xmlns:a16="http://schemas.microsoft.com/office/drawing/2014/main" id="{2F782AB2-2453-DB8D-AAED-E8C2C7894C56}"/>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4700"/>
                    </a14:imgEffect>
                  </a14:imgLayer>
                </a14:imgProps>
              </a:ext>
            </a:extLst>
          </a:blip>
          <a:stretch>
            <a:fillRect/>
          </a:stretch>
        </p:blipFill>
        <p:spPr>
          <a:xfrm>
            <a:off x="83792" y="2583170"/>
            <a:ext cx="7135221" cy="1876687"/>
          </a:xfrm>
          <a:prstGeom prst="rect">
            <a:avLst/>
          </a:prstGeom>
        </p:spPr>
      </p:pic>
    </p:spTree>
    <p:extLst>
      <p:ext uri="{BB962C8B-B14F-4D97-AF65-F5344CB8AC3E}">
        <p14:creationId xmlns:p14="http://schemas.microsoft.com/office/powerpoint/2010/main" val="19085495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3DBBA8B-EAFF-6E85-3D8D-975198DE1E54}"/>
              </a:ext>
            </a:extLst>
          </p:cNvPr>
          <p:cNvSpPr>
            <a:spLocks noGrp="1"/>
          </p:cNvSpPr>
          <p:nvPr>
            <p:ph type="title"/>
          </p:nvPr>
        </p:nvSpPr>
        <p:spPr>
          <a:xfrm>
            <a:off x="161431" y="114674"/>
            <a:ext cx="6983648" cy="681477"/>
          </a:xfr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a:noAutofit/>
          </a:bodyPr>
          <a:lstStyle/>
          <a:p>
            <a:r>
              <a:rPr lang="fr-FR" sz="1800" dirty="0">
                <a:solidFill>
                  <a:schemeClr val="accent1"/>
                </a:solidFill>
              </a:rPr>
              <a:t>LE MODELE OSI</a:t>
            </a:r>
            <a:br>
              <a:rPr lang="fr-FR" sz="1800" dirty="0">
                <a:solidFill>
                  <a:schemeClr val="accent1"/>
                </a:solidFill>
              </a:rPr>
            </a:br>
            <a:r>
              <a:rPr lang="fr-FR" sz="1200" dirty="0">
                <a:solidFill>
                  <a:schemeClr val="accent1"/>
                </a:solidFill>
              </a:rPr>
              <a:t> Il peut être considéré comme un langage universel pour les réseaux informatiques, il est basé sur le concept consistant à diviser un système de communication en sept couches abstraites empilées les uns sur les autres</a:t>
            </a:r>
          </a:p>
        </p:txBody>
      </p:sp>
      <p:pic>
        <p:nvPicPr>
          <p:cNvPr id="14" name="Image 13">
            <a:extLst>
              <a:ext uri="{FF2B5EF4-FFF2-40B4-BE49-F238E27FC236}">
                <a16:creationId xmlns:a16="http://schemas.microsoft.com/office/drawing/2014/main" id="{A31E73F1-3DD1-27C0-E141-9240A3F06147}"/>
              </a:ext>
            </a:extLst>
          </p:cNvPr>
          <p:cNvPicPr>
            <a:picLocks noChangeAspect="1"/>
          </p:cNvPicPr>
          <p:nvPr/>
        </p:nvPicPr>
        <p:blipFill rotWithShape="1">
          <a:blip r:embed="rId2"/>
          <a:srcRect t="24153" r="17421" b="15936"/>
          <a:stretch/>
        </p:blipFill>
        <p:spPr>
          <a:xfrm>
            <a:off x="2115448" y="1725481"/>
            <a:ext cx="7273101" cy="3820099"/>
          </a:xfrm>
          <a:prstGeom prst="rect">
            <a:avLst/>
          </a:prstGeom>
        </p:spPr>
      </p:pic>
      <p:sp>
        <p:nvSpPr>
          <p:cNvPr id="19" name="Flèche : courbe vers la droite 18">
            <a:extLst>
              <a:ext uri="{FF2B5EF4-FFF2-40B4-BE49-F238E27FC236}">
                <a16:creationId xmlns:a16="http://schemas.microsoft.com/office/drawing/2014/main" id="{772C1DC4-A710-5B7B-CEAC-ADD0CC3430E8}"/>
              </a:ext>
            </a:extLst>
          </p:cNvPr>
          <p:cNvSpPr/>
          <p:nvPr/>
        </p:nvSpPr>
        <p:spPr>
          <a:xfrm>
            <a:off x="1883860" y="1759790"/>
            <a:ext cx="164766" cy="907679"/>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0" name="Flèche : courbe vers la gauche 19">
            <a:extLst>
              <a:ext uri="{FF2B5EF4-FFF2-40B4-BE49-F238E27FC236}">
                <a16:creationId xmlns:a16="http://schemas.microsoft.com/office/drawing/2014/main" id="{1D9AABAE-E4C4-2A35-BB51-FCA19059424D}"/>
              </a:ext>
            </a:extLst>
          </p:cNvPr>
          <p:cNvSpPr/>
          <p:nvPr/>
        </p:nvSpPr>
        <p:spPr>
          <a:xfrm rot="10800000">
            <a:off x="1633247" y="1759787"/>
            <a:ext cx="164765" cy="907681"/>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21" name="ZoneTexte 20">
            <a:extLst>
              <a:ext uri="{FF2B5EF4-FFF2-40B4-BE49-F238E27FC236}">
                <a16:creationId xmlns:a16="http://schemas.microsoft.com/office/drawing/2014/main" id="{1A72D2A5-4187-26B0-1680-D1F3FA8B0336}"/>
              </a:ext>
            </a:extLst>
          </p:cNvPr>
          <p:cNvSpPr txBox="1"/>
          <p:nvPr/>
        </p:nvSpPr>
        <p:spPr>
          <a:xfrm>
            <a:off x="702769" y="1988650"/>
            <a:ext cx="1181090" cy="230832"/>
          </a:xfrm>
          <a:prstGeom prst="rect">
            <a:avLst/>
          </a:prstGeom>
          <a:noFill/>
        </p:spPr>
        <p:txBody>
          <a:bodyPr wrap="square" rtlCol="0">
            <a:spAutoFit/>
          </a:bodyPr>
          <a:lstStyle/>
          <a:p>
            <a:pPr algn="ctr"/>
            <a:r>
              <a:rPr lang="fr-FR" sz="900" dirty="0"/>
              <a:t>SERVICE</a:t>
            </a:r>
          </a:p>
        </p:txBody>
      </p:sp>
      <p:sp>
        <p:nvSpPr>
          <p:cNvPr id="22" name="ZoneTexte 21">
            <a:extLst>
              <a:ext uri="{FF2B5EF4-FFF2-40B4-BE49-F238E27FC236}">
                <a16:creationId xmlns:a16="http://schemas.microsoft.com/office/drawing/2014/main" id="{242B50CB-FFFD-4D9D-4894-2F5D4DA6CD73}"/>
              </a:ext>
            </a:extLst>
          </p:cNvPr>
          <p:cNvSpPr txBox="1"/>
          <p:nvPr/>
        </p:nvSpPr>
        <p:spPr>
          <a:xfrm>
            <a:off x="9300441" y="1873234"/>
            <a:ext cx="1806764" cy="230832"/>
          </a:xfrm>
          <a:prstGeom prst="rect">
            <a:avLst/>
          </a:prstGeom>
          <a:noFill/>
        </p:spPr>
        <p:txBody>
          <a:bodyPr wrap="square" rtlCol="0">
            <a:spAutoFit/>
          </a:bodyPr>
          <a:lstStyle/>
          <a:p>
            <a:pPr algn="ctr"/>
            <a:r>
              <a:rPr lang="fr-FR" sz="900" dirty="0"/>
              <a:t>PROTOCOLE   </a:t>
            </a:r>
          </a:p>
        </p:txBody>
      </p:sp>
      <p:cxnSp>
        <p:nvCxnSpPr>
          <p:cNvPr id="24" name="Connecteur droit avec flèche 23">
            <a:extLst>
              <a:ext uri="{FF2B5EF4-FFF2-40B4-BE49-F238E27FC236}">
                <a16:creationId xmlns:a16="http://schemas.microsoft.com/office/drawing/2014/main" id="{916A4BAC-6A45-ABB7-A6F6-558D1753A2DB}"/>
              </a:ext>
            </a:extLst>
          </p:cNvPr>
          <p:cNvCxnSpPr>
            <a:cxnSpLocks/>
          </p:cNvCxnSpPr>
          <p:nvPr/>
        </p:nvCxnSpPr>
        <p:spPr>
          <a:xfrm flipV="1">
            <a:off x="9388549" y="2096253"/>
            <a:ext cx="1590836" cy="7655"/>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
        <p:nvSpPr>
          <p:cNvPr id="26" name="ZoneTexte 25">
            <a:extLst>
              <a:ext uri="{FF2B5EF4-FFF2-40B4-BE49-F238E27FC236}">
                <a16:creationId xmlns:a16="http://schemas.microsoft.com/office/drawing/2014/main" id="{C31380D9-2030-04B8-53B0-00CF2EF05CAF}"/>
              </a:ext>
            </a:extLst>
          </p:cNvPr>
          <p:cNvSpPr txBox="1"/>
          <p:nvPr/>
        </p:nvSpPr>
        <p:spPr>
          <a:xfrm>
            <a:off x="155792" y="988634"/>
            <a:ext cx="3284440" cy="646331"/>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p>
            <a:r>
              <a:rPr lang="fr-FR" sz="900" dirty="0"/>
              <a:t>Chaque couche N:</a:t>
            </a:r>
          </a:p>
          <a:p>
            <a:r>
              <a:rPr lang="fr-FR" sz="900" dirty="0"/>
              <a:t>- Chaque couche offre et reçoit un service avec la couche voisine</a:t>
            </a:r>
          </a:p>
          <a:p>
            <a:r>
              <a:rPr lang="fr-FR" sz="900" dirty="0"/>
              <a:t>- Utilise un protocole pour échanger</a:t>
            </a:r>
          </a:p>
          <a:p>
            <a:r>
              <a:rPr lang="fr-FR" sz="900" dirty="0"/>
              <a:t>- Possède un point d’accès à un service</a:t>
            </a:r>
          </a:p>
        </p:txBody>
      </p:sp>
      <p:sp>
        <p:nvSpPr>
          <p:cNvPr id="27" name="ZoneTexte 26">
            <a:extLst>
              <a:ext uri="{FF2B5EF4-FFF2-40B4-BE49-F238E27FC236}">
                <a16:creationId xmlns:a16="http://schemas.microsoft.com/office/drawing/2014/main" id="{C023080F-0264-7F41-54C8-F604FCC2CCB5}"/>
              </a:ext>
            </a:extLst>
          </p:cNvPr>
          <p:cNvSpPr txBox="1"/>
          <p:nvPr/>
        </p:nvSpPr>
        <p:spPr>
          <a:xfrm>
            <a:off x="9346680" y="4515549"/>
            <a:ext cx="2659787" cy="369332"/>
          </a:xfrm>
          <a:prstGeom prst="rect">
            <a:avLst/>
          </a:prstGeom>
          <a:noFill/>
        </p:spPr>
        <p:txBody>
          <a:bodyPr wrap="square" rtlCol="0">
            <a:spAutoFit/>
          </a:bodyPr>
          <a:lstStyle/>
          <a:p>
            <a:r>
              <a:rPr lang="fr-FR" sz="900" dirty="0"/>
              <a:t>ADRESSE MAC ou physique : Adressage des interfaces </a:t>
            </a:r>
          </a:p>
        </p:txBody>
      </p:sp>
      <p:sp>
        <p:nvSpPr>
          <p:cNvPr id="28" name="ZoneTexte 27">
            <a:extLst>
              <a:ext uri="{FF2B5EF4-FFF2-40B4-BE49-F238E27FC236}">
                <a16:creationId xmlns:a16="http://schemas.microsoft.com/office/drawing/2014/main" id="{09AFC1A3-F322-4DA5-7801-FD1C24F9A9FE}"/>
              </a:ext>
            </a:extLst>
          </p:cNvPr>
          <p:cNvSpPr txBox="1"/>
          <p:nvPr/>
        </p:nvSpPr>
        <p:spPr>
          <a:xfrm>
            <a:off x="9346681" y="3971665"/>
            <a:ext cx="2659788" cy="507831"/>
          </a:xfrm>
          <a:prstGeom prst="rect">
            <a:avLst/>
          </a:prstGeom>
          <a:noFill/>
        </p:spPr>
        <p:txBody>
          <a:bodyPr wrap="square" rtlCol="0">
            <a:spAutoFit/>
          </a:bodyPr>
          <a:lstStyle/>
          <a:p>
            <a:r>
              <a:rPr lang="fr-FR" sz="900" dirty="0"/>
              <a:t>ADRESSE IP ou logique: Adressage des machines (inchangeable)</a:t>
            </a:r>
          </a:p>
          <a:p>
            <a:endParaRPr lang="fr-FR" sz="900" dirty="0"/>
          </a:p>
        </p:txBody>
      </p:sp>
      <p:sp>
        <p:nvSpPr>
          <p:cNvPr id="30" name="ZoneTexte 29">
            <a:extLst>
              <a:ext uri="{FF2B5EF4-FFF2-40B4-BE49-F238E27FC236}">
                <a16:creationId xmlns:a16="http://schemas.microsoft.com/office/drawing/2014/main" id="{74BFA89F-46D9-F477-45ED-D5D6D9F6A015}"/>
              </a:ext>
            </a:extLst>
          </p:cNvPr>
          <p:cNvSpPr txBox="1"/>
          <p:nvPr/>
        </p:nvSpPr>
        <p:spPr>
          <a:xfrm>
            <a:off x="9346680" y="3450864"/>
            <a:ext cx="2659789" cy="230832"/>
          </a:xfrm>
          <a:prstGeom prst="rect">
            <a:avLst/>
          </a:prstGeom>
          <a:noFill/>
        </p:spPr>
        <p:txBody>
          <a:bodyPr wrap="square" rtlCol="0">
            <a:spAutoFit/>
          </a:bodyPr>
          <a:lstStyle/>
          <a:p>
            <a:r>
              <a:rPr lang="fr-FR" sz="900" dirty="0"/>
              <a:t>Numéro de port: Adressage des applications</a:t>
            </a:r>
          </a:p>
        </p:txBody>
      </p:sp>
      <p:pic>
        <p:nvPicPr>
          <p:cNvPr id="32" name="Graphique 31" descr="Mégaphone1 avec un remplissage uni">
            <a:extLst>
              <a:ext uri="{FF2B5EF4-FFF2-40B4-BE49-F238E27FC236}">
                <a16:creationId xmlns:a16="http://schemas.microsoft.com/office/drawing/2014/main" id="{7BDDDB50-6112-0989-7ED2-AA21C7FCB84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763936"/>
            <a:ext cx="418116" cy="418116"/>
          </a:xfrm>
          <a:prstGeom prst="rect">
            <a:avLst/>
          </a:prstGeom>
        </p:spPr>
      </p:pic>
      <p:sp>
        <p:nvSpPr>
          <p:cNvPr id="4" name="Espace réservé du numéro de diapositive 3">
            <a:extLst>
              <a:ext uri="{FF2B5EF4-FFF2-40B4-BE49-F238E27FC236}">
                <a16:creationId xmlns:a16="http://schemas.microsoft.com/office/drawing/2014/main" id="{0EE02EC6-7587-BABD-4C3E-5E82204AC057}"/>
              </a:ext>
            </a:extLst>
          </p:cNvPr>
          <p:cNvSpPr>
            <a:spLocks noGrp="1"/>
          </p:cNvSpPr>
          <p:nvPr>
            <p:ph type="sldNum" sz="quarter" idx="12"/>
          </p:nvPr>
        </p:nvSpPr>
        <p:spPr/>
        <p:txBody>
          <a:bodyPr/>
          <a:lstStyle/>
          <a:p>
            <a:fld id="{A1788E4B-14DA-4295-B966-6520CEF7CCFD}" type="slidenum">
              <a:rPr lang="fr-FR" smtClean="0"/>
              <a:t>5</a:t>
            </a:fld>
            <a:endParaRPr lang="fr-FR"/>
          </a:p>
        </p:txBody>
      </p:sp>
    </p:spTree>
    <p:extLst>
      <p:ext uri="{BB962C8B-B14F-4D97-AF65-F5344CB8AC3E}">
        <p14:creationId xmlns:p14="http://schemas.microsoft.com/office/powerpoint/2010/main" val="997773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C68012-3D87-5DA2-BAF5-DCB6DA7F5DDA}"/>
              </a:ext>
            </a:extLst>
          </p:cNvPr>
          <p:cNvSpPr>
            <a:spLocks noGrp="1"/>
          </p:cNvSpPr>
          <p:nvPr>
            <p:ph type="title"/>
          </p:nvPr>
        </p:nvSpPr>
        <p:spPr>
          <a:xfrm>
            <a:off x="306571" y="151780"/>
            <a:ext cx="3935819" cy="613070"/>
          </a:xfr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a:normAutofit fontScale="90000"/>
          </a:bodyPr>
          <a:lstStyle/>
          <a:p>
            <a:r>
              <a:rPr lang="fr-FR" sz="2000" dirty="0">
                <a:solidFill>
                  <a:schemeClr val="accent1"/>
                </a:solidFill>
              </a:rPr>
              <a:t>MODÈLE TCP/IP et protocoles</a:t>
            </a:r>
            <a:br>
              <a:rPr lang="fr-FR" sz="1600" b="1" dirty="0">
                <a:solidFill>
                  <a:schemeClr val="accent1"/>
                </a:solidFill>
              </a:rPr>
            </a:br>
            <a:r>
              <a:rPr lang="fr-FR" sz="1000" dirty="0">
                <a:solidFill>
                  <a:schemeClr val="accent1"/>
                </a:solidFill>
              </a:rPr>
              <a:t>+ gère un taux élevé d’erreurs</a:t>
            </a:r>
            <a:br>
              <a:rPr lang="fr-FR" sz="1000" dirty="0">
                <a:solidFill>
                  <a:schemeClr val="accent1"/>
                </a:solidFill>
              </a:rPr>
            </a:br>
            <a:r>
              <a:rPr lang="fr-FR" sz="1000" dirty="0">
                <a:solidFill>
                  <a:schemeClr val="accent1"/>
                </a:solidFill>
              </a:rPr>
              <a:t>une faible surcharge des données</a:t>
            </a:r>
            <a:br>
              <a:rPr lang="fr-FR" sz="1000" dirty="0">
                <a:solidFill>
                  <a:schemeClr val="accent1"/>
                </a:solidFill>
              </a:rPr>
            </a:br>
            <a:r>
              <a:rPr lang="fr-FR" sz="1000" dirty="0">
                <a:solidFill>
                  <a:schemeClr val="accent1"/>
                </a:solidFill>
              </a:rPr>
              <a:t>capacité de prolonger avec des sous réseaux</a:t>
            </a:r>
          </a:p>
        </p:txBody>
      </p:sp>
      <p:pic>
        <p:nvPicPr>
          <p:cNvPr id="10" name="Image 9">
            <a:extLst>
              <a:ext uri="{FF2B5EF4-FFF2-40B4-BE49-F238E27FC236}">
                <a16:creationId xmlns:a16="http://schemas.microsoft.com/office/drawing/2014/main" id="{86F6D0B8-3F89-B6D7-3446-E9819265EBA8}"/>
              </a:ext>
            </a:extLst>
          </p:cNvPr>
          <p:cNvPicPr>
            <a:picLocks noChangeAspect="1"/>
          </p:cNvPicPr>
          <p:nvPr/>
        </p:nvPicPr>
        <p:blipFill>
          <a:blip r:embed="rId2">
            <a:alphaModFix/>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75507" y="1064877"/>
            <a:ext cx="6909591" cy="3872409"/>
          </a:xfrm>
          <a:prstGeom prst="rect">
            <a:avLst/>
          </a:prstGeom>
        </p:spPr>
      </p:pic>
      <p:sp>
        <p:nvSpPr>
          <p:cNvPr id="4" name="Espace réservé du numéro de diapositive 3">
            <a:extLst>
              <a:ext uri="{FF2B5EF4-FFF2-40B4-BE49-F238E27FC236}">
                <a16:creationId xmlns:a16="http://schemas.microsoft.com/office/drawing/2014/main" id="{75B57E4C-3BE8-2996-3B37-BDC38ED96451}"/>
              </a:ext>
            </a:extLst>
          </p:cNvPr>
          <p:cNvSpPr>
            <a:spLocks noGrp="1"/>
          </p:cNvSpPr>
          <p:nvPr>
            <p:ph type="sldNum" sz="quarter" idx="12"/>
          </p:nvPr>
        </p:nvSpPr>
        <p:spPr/>
        <p:txBody>
          <a:bodyPr/>
          <a:lstStyle/>
          <a:p>
            <a:fld id="{A1788E4B-14DA-4295-B966-6520CEF7CCFD}" type="slidenum">
              <a:rPr lang="fr-FR" smtClean="0"/>
              <a:t>6</a:t>
            </a:fld>
            <a:endParaRPr lang="fr-FR"/>
          </a:p>
        </p:txBody>
      </p:sp>
      <p:graphicFrame>
        <p:nvGraphicFramePr>
          <p:cNvPr id="5" name="Tableau 4">
            <a:extLst>
              <a:ext uri="{FF2B5EF4-FFF2-40B4-BE49-F238E27FC236}">
                <a16:creationId xmlns:a16="http://schemas.microsoft.com/office/drawing/2014/main" id="{0BF096BC-EBA8-EE75-6650-F73D663803A9}"/>
              </a:ext>
            </a:extLst>
          </p:cNvPr>
          <p:cNvGraphicFramePr>
            <a:graphicFrameLocks noGrp="1"/>
          </p:cNvGraphicFramePr>
          <p:nvPr>
            <p:extLst>
              <p:ext uri="{D42A27DB-BD31-4B8C-83A1-F6EECF244321}">
                <p14:modId xmlns:p14="http://schemas.microsoft.com/office/powerpoint/2010/main" val="753704008"/>
              </p:ext>
            </p:extLst>
          </p:nvPr>
        </p:nvGraphicFramePr>
        <p:xfrm>
          <a:off x="7076660" y="1064876"/>
          <a:ext cx="2844123" cy="3872408"/>
        </p:xfrm>
        <a:graphic>
          <a:graphicData uri="http://schemas.openxmlformats.org/drawingml/2006/table">
            <a:tbl>
              <a:tblPr>
                <a:tableStyleId>{0505E3EF-67EA-436B-97B2-0124C06EBD24}</a:tableStyleId>
              </a:tblPr>
              <a:tblGrid>
                <a:gridCol w="2844123">
                  <a:extLst>
                    <a:ext uri="{9D8B030D-6E8A-4147-A177-3AD203B41FA5}">
                      <a16:colId xmlns:a16="http://schemas.microsoft.com/office/drawing/2014/main" val="2806029481"/>
                    </a:ext>
                  </a:extLst>
                </a:gridCol>
              </a:tblGrid>
              <a:tr h="167780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100" dirty="0">
                          <a:solidFill>
                            <a:schemeClr val="tx1"/>
                          </a:solidFill>
                        </a:rPr>
                        <a:t>Elle englobe les applications standard du réseau (Telnet, SMTP, FTP)</a:t>
                      </a:r>
                    </a:p>
                    <a:p>
                      <a:pPr algn="ctr"/>
                      <a:endParaRPr lang="fr-FR" sz="1100" dirty="0"/>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92C8FF"/>
                    </a:solidFill>
                  </a:tcPr>
                </a:tc>
                <a:extLst>
                  <a:ext uri="{0D108BD9-81ED-4DB2-BD59-A6C34878D82A}">
                    <a16:rowId xmlns:a16="http://schemas.microsoft.com/office/drawing/2014/main" val="1981679881"/>
                  </a:ext>
                </a:extLst>
              </a:tr>
              <a:tr h="61891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100" dirty="0"/>
                        <a:t>Elle assure l’acheminement des données ainsi que les mécanismes permettant de connaître l’état de la transmission</a:t>
                      </a: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007F00"/>
                    </a:solidFill>
                  </a:tcPr>
                </a:tc>
                <a:extLst>
                  <a:ext uri="{0D108BD9-81ED-4DB2-BD59-A6C34878D82A}">
                    <a16:rowId xmlns:a16="http://schemas.microsoft.com/office/drawing/2014/main" val="2395364320"/>
                  </a:ext>
                </a:extLst>
              </a:tr>
              <a:tr h="805725">
                <a:tc>
                  <a:txBody>
                    <a:bodyPr/>
                    <a:lstStyle/>
                    <a:p>
                      <a:pPr algn="ctr"/>
                      <a:r>
                        <a:rPr lang="fr-FR" sz="1100" dirty="0"/>
                        <a:t>Elle est chargée de fournir le paquet de données (Datagramme)</a:t>
                      </a:r>
                    </a:p>
                    <a:p>
                      <a:pPr algn="ctr"/>
                      <a:endParaRPr lang="fr-FR" sz="1100" dirty="0"/>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C4C090"/>
                    </a:solidFill>
                  </a:tcPr>
                </a:tc>
                <a:extLst>
                  <a:ext uri="{0D108BD9-81ED-4DB2-BD59-A6C34878D82A}">
                    <a16:rowId xmlns:a16="http://schemas.microsoft.com/office/drawing/2014/main" val="420598488"/>
                  </a:ext>
                </a:extLst>
              </a:tr>
              <a:tr h="76996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100" dirty="0"/>
                        <a:t>Elle spécifie la forme sous laquelle les données doivent être acheminées quel que soit le type de réseau</a:t>
                      </a:r>
                    </a:p>
                  </a:txBody>
                  <a:tcPr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rgbClr val="D07C00"/>
                    </a:solidFill>
                  </a:tcPr>
                </a:tc>
                <a:extLst>
                  <a:ext uri="{0D108BD9-81ED-4DB2-BD59-A6C34878D82A}">
                    <a16:rowId xmlns:a16="http://schemas.microsoft.com/office/drawing/2014/main" val="3657133892"/>
                  </a:ext>
                </a:extLst>
              </a:tr>
            </a:tbl>
          </a:graphicData>
        </a:graphic>
      </p:graphicFrame>
      <p:sp>
        <p:nvSpPr>
          <p:cNvPr id="8" name="ZoneTexte 7">
            <a:extLst>
              <a:ext uri="{FF2B5EF4-FFF2-40B4-BE49-F238E27FC236}">
                <a16:creationId xmlns:a16="http://schemas.microsoft.com/office/drawing/2014/main" id="{6C0EAAAF-140B-445F-37D3-9E7BB90953C6}"/>
              </a:ext>
            </a:extLst>
          </p:cNvPr>
          <p:cNvSpPr txBox="1"/>
          <p:nvPr/>
        </p:nvSpPr>
        <p:spPr>
          <a:xfrm>
            <a:off x="9920783" y="4634624"/>
            <a:ext cx="2095710" cy="246221"/>
          </a:xfrm>
          <a:prstGeom prst="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r>
              <a:rPr lang="fr-FR" sz="1000" dirty="0">
                <a:solidFill>
                  <a:srgbClr val="D07C00"/>
                </a:solidFill>
              </a:rPr>
              <a:t>MAC : Contrôle d’accès au support</a:t>
            </a:r>
          </a:p>
        </p:txBody>
      </p:sp>
      <p:sp>
        <p:nvSpPr>
          <p:cNvPr id="9" name="ZoneTexte 8">
            <a:extLst>
              <a:ext uri="{FF2B5EF4-FFF2-40B4-BE49-F238E27FC236}">
                <a16:creationId xmlns:a16="http://schemas.microsoft.com/office/drawing/2014/main" id="{E64A3D4A-BA3A-F341-9088-FD501B2FB977}"/>
              </a:ext>
            </a:extLst>
          </p:cNvPr>
          <p:cNvSpPr txBox="1"/>
          <p:nvPr/>
        </p:nvSpPr>
        <p:spPr>
          <a:xfrm>
            <a:off x="9920783" y="4185651"/>
            <a:ext cx="2095710" cy="246221"/>
          </a:xfrm>
          <a:prstGeom prst="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r>
              <a:rPr lang="fr-FR" sz="1000" b="1" dirty="0">
                <a:solidFill>
                  <a:srgbClr val="D07C00"/>
                </a:solidFill>
              </a:rPr>
              <a:t>LLC : </a:t>
            </a:r>
            <a:r>
              <a:rPr lang="fr-FR" sz="1000" dirty="0">
                <a:solidFill>
                  <a:srgbClr val="D07C00"/>
                </a:solidFill>
              </a:rPr>
              <a:t>Contrôle d’erreurs et de flux</a:t>
            </a:r>
          </a:p>
        </p:txBody>
      </p:sp>
      <p:sp>
        <p:nvSpPr>
          <p:cNvPr id="11" name="ZoneTexte 10">
            <a:extLst>
              <a:ext uri="{FF2B5EF4-FFF2-40B4-BE49-F238E27FC236}">
                <a16:creationId xmlns:a16="http://schemas.microsoft.com/office/drawing/2014/main" id="{C65BDB7C-7BF4-567C-0A5B-E078D488C055}"/>
              </a:ext>
            </a:extLst>
          </p:cNvPr>
          <p:cNvSpPr txBox="1"/>
          <p:nvPr/>
        </p:nvSpPr>
        <p:spPr>
          <a:xfrm>
            <a:off x="9273292" y="5307213"/>
            <a:ext cx="2743201" cy="600164"/>
          </a:xfrm>
          <a:prstGeom prst="rect">
            <a:avLst/>
          </a:prstGeom>
          <a:noFill/>
          <a:ln w="952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r>
              <a:rPr lang="fr-FR" sz="1100" b="1" u="sng" dirty="0">
                <a:solidFill>
                  <a:srgbClr val="D07C00"/>
                </a:solidFill>
              </a:rPr>
              <a:t>Réglage des domaines de Collision</a:t>
            </a:r>
          </a:p>
          <a:p>
            <a:r>
              <a:rPr lang="fr-FR" sz="1100" b="1" dirty="0">
                <a:solidFill>
                  <a:srgbClr val="D07C00"/>
                </a:solidFill>
              </a:rPr>
              <a:t>- Ethernet ; protocole CSMA/CD</a:t>
            </a:r>
          </a:p>
          <a:p>
            <a:r>
              <a:rPr lang="fr-FR" sz="1100" b="1" dirty="0">
                <a:solidFill>
                  <a:srgbClr val="D07C00"/>
                </a:solidFill>
              </a:rPr>
              <a:t>- WIFI: protocole CSMA/CA avec RTS/CTS</a:t>
            </a:r>
          </a:p>
        </p:txBody>
      </p:sp>
    </p:spTree>
    <p:extLst>
      <p:ext uri="{BB962C8B-B14F-4D97-AF65-F5344CB8AC3E}">
        <p14:creationId xmlns:p14="http://schemas.microsoft.com/office/powerpoint/2010/main" val="138004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C68012-3D87-5DA2-BAF5-DCB6DA7F5DDA}"/>
              </a:ext>
            </a:extLst>
          </p:cNvPr>
          <p:cNvSpPr>
            <a:spLocks noGrp="1"/>
          </p:cNvSpPr>
          <p:nvPr>
            <p:ph type="title"/>
          </p:nvPr>
        </p:nvSpPr>
        <p:spPr>
          <a:xfrm>
            <a:off x="306571" y="151780"/>
            <a:ext cx="3935819" cy="613070"/>
          </a:xfr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a:normAutofit fontScale="90000"/>
          </a:bodyPr>
          <a:lstStyle/>
          <a:p>
            <a:r>
              <a:rPr lang="fr-FR" sz="2000" dirty="0">
                <a:solidFill>
                  <a:schemeClr val="accent1"/>
                </a:solidFill>
              </a:rPr>
              <a:t>MODÈLE TCP/IP , OSI et protocole</a:t>
            </a:r>
            <a:br>
              <a:rPr lang="fr-FR" sz="1600" b="1" dirty="0">
                <a:solidFill>
                  <a:schemeClr val="accent1"/>
                </a:solidFill>
              </a:rPr>
            </a:br>
            <a:r>
              <a:rPr lang="fr-FR" sz="1000" dirty="0">
                <a:solidFill>
                  <a:schemeClr val="accent1"/>
                </a:solidFill>
              </a:rPr>
              <a:t>+ gère un taux élevé d’erreurs</a:t>
            </a:r>
            <a:br>
              <a:rPr lang="fr-FR" sz="1000" dirty="0">
                <a:solidFill>
                  <a:schemeClr val="accent1"/>
                </a:solidFill>
              </a:rPr>
            </a:br>
            <a:r>
              <a:rPr lang="fr-FR" sz="1000" dirty="0">
                <a:solidFill>
                  <a:schemeClr val="accent1"/>
                </a:solidFill>
              </a:rPr>
              <a:t>une faible surcharge des données</a:t>
            </a:r>
            <a:br>
              <a:rPr lang="fr-FR" sz="1000" dirty="0">
                <a:solidFill>
                  <a:schemeClr val="accent1"/>
                </a:solidFill>
              </a:rPr>
            </a:br>
            <a:r>
              <a:rPr lang="fr-FR" sz="1000" dirty="0">
                <a:solidFill>
                  <a:schemeClr val="accent1"/>
                </a:solidFill>
              </a:rPr>
              <a:t>capacité de prolonger avec des sous réseaux</a:t>
            </a:r>
          </a:p>
        </p:txBody>
      </p:sp>
      <p:pic>
        <p:nvPicPr>
          <p:cNvPr id="4" name="Image 3">
            <a:extLst>
              <a:ext uri="{FF2B5EF4-FFF2-40B4-BE49-F238E27FC236}">
                <a16:creationId xmlns:a16="http://schemas.microsoft.com/office/drawing/2014/main" id="{EAF22105-7604-4CD0-1F9E-B8DE46DC99E9}"/>
              </a:ext>
            </a:extLst>
          </p:cNvPr>
          <p:cNvPicPr>
            <a:picLocks noChangeAspect="1"/>
          </p:cNvPicPr>
          <p:nvPr/>
        </p:nvPicPr>
        <p:blipFill>
          <a:blip r:embed="rId2"/>
          <a:stretch>
            <a:fillRect/>
          </a:stretch>
        </p:blipFill>
        <p:spPr>
          <a:xfrm>
            <a:off x="148854" y="919020"/>
            <a:ext cx="7886478" cy="4166613"/>
          </a:xfrm>
          <a:prstGeom prst="rect">
            <a:avLst/>
          </a:prstGeom>
        </p:spPr>
      </p:pic>
      <p:sp>
        <p:nvSpPr>
          <p:cNvPr id="5" name="Légende : flèche vers la gauche 4">
            <a:extLst>
              <a:ext uri="{FF2B5EF4-FFF2-40B4-BE49-F238E27FC236}">
                <a16:creationId xmlns:a16="http://schemas.microsoft.com/office/drawing/2014/main" id="{2A40B573-EB15-B1C8-D874-1A7EE9A7328D}"/>
              </a:ext>
            </a:extLst>
          </p:cNvPr>
          <p:cNvSpPr/>
          <p:nvPr/>
        </p:nvSpPr>
        <p:spPr>
          <a:xfrm>
            <a:off x="8035334" y="1884274"/>
            <a:ext cx="3625703" cy="574436"/>
          </a:xfrm>
          <a:prstGeom prst="leftArrowCallout">
            <a:avLst>
              <a:gd name="adj1" fmla="val 25000"/>
              <a:gd name="adj2" fmla="val 25000"/>
              <a:gd name="adj3" fmla="val 25000"/>
              <a:gd name="adj4" fmla="val 87851"/>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1000" dirty="0"/>
              <a:t>Cette couche comprend des applications nécessitant une communication réseau comme client de messagerie ou site internet</a:t>
            </a:r>
          </a:p>
        </p:txBody>
      </p:sp>
      <p:sp>
        <p:nvSpPr>
          <p:cNvPr id="6" name="Légende : flèche vers la gauche 5">
            <a:extLst>
              <a:ext uri="{FF2B5EF4-FFF2-40B4-BE49-F238E27FC236}">
                <a16:creationId xmlns:a16="http://schemas.microsoft.com/office/drawing/2014/main" id="{07B9DDCD-5372-C9FB-7061-E70F16F7F97C}"/>
              </a:ext>
            </a:extLst>
          </p:cNvPr>
          <p:cNvSpPr/>
          <p:nvPr/>
        </p:nvSpPr>
        <p:spPr>
          <a:xfrm>
            <a:off x="8035332" y="3002327"/>
            <a:ext cx="3625703" cy="398999"/>
          </a:xfrm>
          <a:prstGeom prst="leftArrowCallout">
            <a:avLst>
              <a:gd name="adj1" fmla="val 25000"/>
              <a:gd name="adj2" fmla="val 25000"/>
              <a:gd name="adj3" fmla="val 25000"/>
              <a:gd name="adj4" fmla="val 87851"/>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fr-FR" sz="900" dirty="0"/>
          </a:p>
          <a:p>
            <a:pPr algn="ctr"/>
            <a:r>
              <a:rPr lang="fr-FR" sz="900" dirty="0"/>
              <a:t>Son rôle consiste à « fragmenter » l’information pour la faire passer sur la couche du dessous, la couche internet, lorsque la donnée provient du niveau Application</a:t>
            </a:r>
          </a:p>
          <a:p>
            <a:pPr algn="ctr"/>
            <a:endParaRPr lang="fr-FR" sz="900" dirty="0"/>
          </a:p>
        </p:txBody>
      </p:sp>
      <p:sp>
        <p:nvSpPr>
          <p:cNvPr id="7" name="Légende : flèche vers la gauche 6">
            <a:extLst>
              <a:ext uri="{FF2B5EF4-FFF2-40B4-BE49-F238E27FC236}">
                <a16:creationId xmlns:a16="http://schemas.microsoft.com/office/drawing/2014/main" id="{98781B59-10F2-9C29-7FC1-0468933EE73D}"/>
              </a:ext>
            </a:extLst>
          </p:cNvPr>
          <p:cNvSpPr/>
          <p:nvPr/>
        </p:nvSpPr>
        <p:spPr>
          <a:xfrm>
            <a:off x="8035334" y="3604435"/>
            <a:ext cx="3625703" cy="398999"/>
          </a:xfrm>
          <a:prstGeom prst="leftArrowCallout">
            <a:avLst>
              <a:gd name="adj1" fmla="val 25000"/>
              <a:gd name="adj2" fmla="val 25000"/>
              <a:gd name="adj3" fmla="val 25000"/>
              <a:gd name="adj4" fmla="val 87851"/>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900" dirty="0"/>
              <a:t>Son rôle consiste à acheminer des paquets en y apposant des informations, comme les adresses IP du récepteur et du destinataire </a:t>
            </a:r>
          </a:p>
        </p:txBody>
      </p:sp>
      <p:sp>
        <p:nvSpPr>
          <p:cNvPr id="8" name="Légende : flèche vers la gauche 7">
            <a:extLst>
              <a:ext uri="{FF2B5EF4-FFF2-40B4-BE49-F238E27FC236}">
                <a16:creationId xmlns:a16="http://schemas.microsoft.com/office/drawing/2014/main" id="{259E1239-2A4D-4DE7-39EE-ACC344C56B87}"/>
              </a:ext>
            </a:extLst>
          </p:cNvPr>
          <p:cNvSpPr/>
          <p:nvPr/>
        </p:nvSpPr>
        <p:spPr>
          <a:xfrm>
            <a:off x="8035333" y="4272552"/>
            <a:ext cx="3625703" cy="548998"/>
          </a:xfrm>
          <a:prstGeom prst="leftArrowCallout">
            <a:avLst>
              <a:gd name="adj1" fmla="val 25000"/>
              <a:gd name="adj2" fmla="val 25000"/>
              <a:gd name="adj3" fmla="val 25000"/>
              <a:gd name="adj4" fmla="val 87851"/>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r>
              <a:rPr lang="fr-FR" sz="1000" dirty="0"/>
              <a:t>Son rôle consiste à acheminer des paquets en y apposant des informations, comme les adresses IP du récepteur et destinataire</a:t>
            </a:r>
          </a:p>
        </p:txBody>
      </p:sp>
      <p:sp>
        <p:nvSpPr>
          <p:cNvPr id="9" name="ZoneTexte 8">
            <a:extLst>
              <a:ext uri="{FF2B5EF4-FFF2-40B4-BE49-F238E27FC236}">
                <a16:creationId xmlns:a16="http://schemas.microsoft.com/office/drawing/2014/main" id="{EE8E2AEC-5331-BC9C-F6E5-DF10519BB8EF}"/>
              </a:ext>
            </a:extLst>
          </p:cNvPr>
          <p:cNvSpPr txBox="1"/>
          <p:nvPr/>
        </p:nvSpPr>
        <p:spPr>
          <a:xfrm>
            <a:off x="2734322" y="2274044"/>
            <a:ext cx="2317072" cy="369332"/>
          </a:xfrm>
          <a:prstGeom prst="rect">
            <a:avLst/>
          </a:prstGeom>
          <a:noFill/>
        </p:spPr>
        <p:txBody>
          <a:bodyPr wrap="square" rtlCol="0">
            <a:spAutoFit/>
          </a:bodyPr>
          <a:lstStyle/>
          <a:p>
            <a:pPr algn="ctr"/>
            <a:r>
              <a:rPr lang="fr-FR" dirty="0">
                <a:solidFill>
                  <a:schemeClr val="tx1">
                    <a:lumMod val="65000"/>
                    <a:lumOff val="35000"/>
                  </a:schemeClr>
                </a:solidFill>
              </a:rPr>
              <a:t>SMTP, Telnet, SNMP</a:t>
            </a:r>
          </a:p>
        </p:txBody>
      </p:sp>
      <p:sp>
        <p:nvSpPr>
          <p:cNvPr id="10" name="Espace réservé du numéro de diapositive 9">
            <a:extLst>
              <a:ext uri="{FF2B5EF4-FFF2-40B4-BE49-F238E27FC236}">
                <a16:creationId xmlns:a16="http://schemas.microsoft.com/office/drawing/2014/main" id="{26056E42-5761-4EEC-1F56-1BAD2F42DDA8}"/>
              </a:ext>
            </a:extLst>
          </p:cNvPr>
          <p:cNvSpPr>
            <a:spLocks noGrp="1"/>
          </p:cNvSpPr>
          <p:nvPr>
            <p:ph type="sldNum" sz="quarter" idx="12"/>
          </p:nvPr>
        </p:nvSpPr>
        <p:spPr/>
        <p:txBody>
          <a:bodyPr/>
          <a:lstStyle/>
          <a:p>
            <a:fld id="{A1788E4B-14DA-4295-B966-6520CEF7CCFD}" type="slidenum">
              <a:rPr lang="fr-FR" smtClean="0"/>
              <a:t>7</a:t>
            </a:fld>
            <a:endParaRPr lang="fr-FR"/>
          </a:p>
        </p:txBody>
      </p:sp>
    </p:spTree>
    <p:extLst>
      <p:ext uri="{BB962C8B-B14F-4D97-AF65-F5344CB8AC3E}">
        <p14:creationId xmlns:p14="http://schemas.microsoft.com/office/powerpoint/2010/main" val="417755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76BCDC-87B6-6035-16EF-8F4BD9EF1036}"/>
              </a:ext>
            </a:extLst>
          </p:cNvPr>
          <p:cNvSpPr>
            <a:spLocks noGrp="1"/>
          </p:cNvSpPr>
          <p:nvPr>
            <p:ph type="title"/>
          </p:nvPr>
        </p:nvSpPr>
        <p:spPr>
          <a:xfrm>
            <a:off x="145985" y="232776"/>
            <a:ext cx="5244722" cy="347256"/>
          </a:xfr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a:normAutofit/>
          </a:bodyPr>
          <a:lstStyle/>
          <a:p>
            <a:r>
              <a:rPr lang="fr-FR" sz="1800" dirty="0">
                <a:solidFill>
                  <a:schemeClr val="accent1"/>
                </a:solidFill>
              </a:rPr>
              <a:t>MODELE OSI : ENCAPSULATION DES DONNEES </a:t>
            </a:r>
          </a:p>
        </p:txBody>
      </p:sp>
      <p:pic>
        <p:nvPicPr>
          <p:cNvPr id="3" name="Image 2">
            <a:extLst>
              <a:ext uri="{FF2B5EF4-FFF2-40B4-BE49-F238E27FC236}">
                <a16:creationId xmlns:a16="http://schemas.microsoft.com/office/drawing/2014/main" id="{6041C4BE-1A40-C2AE-2BBB-3B415F0EF381}"/>
              </a:ext>
            </a:extLst>
          </p:cNvPr>
          <p:cNvPicPr>
            <a:picLocks noChangeAspect="1"/>
          </p:cNvPicPr>
          <p:nvPr/>
        </p:nvPicPr>
        <p:blipFill>
          <a:blip r:embed="rId2"/>
          <a:stretch>
            <a:fillRect/>
          </a:stretch>
        </p:blipFill>
        <p:spPr>
          <a:xfrm>
            <a:off x="1244377" y="895435"/>
            <a:ext cx="9925310" cy="4269756"/>
          </a:xfrm>
          <a:prstGeom prst="rect">
            <a:avLst/>
          </a:prstGeom>
        </p:spPr>
      </p:pic>
      <p:sp>
        <p:nvSpPr>
          <p:cNvPr id="5" name="ZoneTexte 4">
            <a:extLst>
              <a:ext uri="{FF2B5EF4-FFF2-40B4-BE49-F238E27FC236}">
                <a16:creationId xmlns:a16="http://schemas.microsoft.com/office/drawing/2014/main" id="{765E3747-CBF6-0D63-DEDC-8B176B9F038A}"/>
              </a:ext>
            </a:extLst>
          </p:cNvPr>
          <p:cNvSpPr txBox="1"/>
          <p:nvPr/>
        </p:nvSpPr>
        <p:spPr>
          <a:xfrm>
            <a:off x="145985" y="2887915"/>
            <a:ext cx="1384430"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fr-FR" sz="800" dirty="0"/>
              <a:t>Adresse IP source</a:t>
            </a:r>
          </a:p>
          <a:p>
            <a:pPr algn="ctr"/>
            <a:r>
              <a:rPr lang="fr-FR" sz="800" dirty="0"/>
              <a:t>Adresse IP de destination</a:t>
            </a:r>
          </a:p>
        </p:txBody>
      </p:sp>
      <p:sp>
        <p:nvSpPr>
          <p:cNvPr id="6" name="ZoneTexte 5">
            <a:extLst>
              <a:ext uri="{FF2B5EF4-FFF2-40B4-BE49-F238E27FC236}">
                <a16:creationId xmlns:a16="http://schemas.microsoft.com/office/drawing/2014/main" id="{DEE340EA-505E-0E78-0C42-27185775C76A}"/>
              </a:ext>
            </a:extLst>
          </p:cNvPr>
          <p:cNvSpPr txBox="1"/>
          <p:nvPr/>
        </p:nvSpPr>
        <p:spPr>
          <a:xfrm>
            <a:off x="145985" y="3857276"/>
            <a:ext cx="1384430" cy="33855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p>
            <a:pPr algn="ctr"/>
            <a:r>
              <a:rPr lang="fr-FR" sz="800" dirty="0"/>
              <a:t>Adresse MAC source  Adresse MAC de destination</a:t>
            </a:r>
          </a:p>
        </p:txBody>
      </p:sp>
      <p:sp>
        <p:nvSpPr>
          <p:cNvPr id="7" name="Espace réservé du numéro de diapositive 6">
            <a:extLst>
              <a:ext uri="{FF2B5EF4-FFF2-40B4-BE49-F238E27FC236}">
                <a16:creationId xmlns:a16="http://schemas.microsoft.com/office/drawing/2014/main" id="{FA9864E4-5221-5E16-9CFF-9E6BA47648A9}"/>
              </a:ext>
            </a:extLst>
          </p:cNvPr>
          <p:cNvSpPr>
            <a:spLocks noGrp="1"/>
          </p:cNvSpPr>
          <p:nvPr>
            <p:ph type="sldNum" sz="quarter" idx="12"/>
          </p:nvPr>
        </p:nvSpPr>
        <p:spPr/>
        <p:txBody>
          <a:bodyPr/>
          <a:lstStyle/>
          <a:p>
            <a:fld id="{A1788E4B-14DA-4295-B966-6520CEF7CCFD}" type="slidenum">
              <a:rPr lang="fr-FR" smtClean="0"/>
              <a:t>8</a:t>
            </a:fld>
            <a:endParaRPr lang="fr-FR"/>
          </a:p>
        </p:txBody>
      </p:sp>
    </p:spTree>
    <p:extLst>
      <p:ext uri="{BB962C8B-B14F-4D97-AF65-F5344CB8AC3E}">
        <p14:creationId xmlns:p14="http://schemas.microsoft.com/office/powerpoint/2010/main" val="3912944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76BCDC-87B6-6035-16EF-8F4BD9EF1036}"/>
              </a:ext>
            </a:extLst>
          </p:cNvPr>
          <p:cNvSpPr>
            <a:spLocks noGrp="1"/>
          </p:cNvSpPr>
          <p:nvPr>
            <p:ph type="title"/>
          </p:nvPr>
        </p:nvSpPr>
        <p:spPr>
          <a:xfrm>
            <a:off x="145985" y="232776"/>
            <a:ext cx="5244722" cy="347256"/>
          </a:xfr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a:normAutofit/>
          </a:bodyPr>
          <a:lstStyle/>
          <a:p>
            <a:r>
              <a:rPr lang="fr-FR" sz="1800" dirty="0">
                <a:solidFill>
                  <a:schemeClr val="accent1"/>
                </a:solidFill>
              </a:rPr>
              <a:t>MODELE </a:t>
            </a:r>
            <a:r>
              <a:rPr lang="fr-FR" sz="1800" dirty="0"/>
              <a:t>TCP/IP</a:t>
            </a:r>
            <a:r>
              <a:rPr lang="fr-FR" sz="1800" dirty="0">
                <a:solidFill>
                  <a:schemeClr val="accent1"/>
                </a:solidFill>
              </a:rPr>
              <a:t>: ENCAPSULATION DES DONNEES </a:t>
            </a:r>
          </a:p>
        </p:txBody>
      </p:sp>
      <p:pic>
        <p:nvPicPr>
          <p:cNvPr id="9" name="Image 8">
            <a:extLst>
              <a:ext uri="{FF2B5EF4-FFF2-40B4-BE49-F238E27FC236}">
                <a16:creationId xmlns:a16="http://schemas.microsoft.com/office/drawing/2014/main" id="{E229ADB6-850D-6E64-ED30-3B090D15BC4C}"/>
              </a:ext>
            </a:extLst>
          </p:cNvPr>
          <p:cNvPicPr>
            <a:picLocks noChangeAspect="1"/>
          </p:cNvPicPr>
          <p:nvPr/>
        </p:nvPicPr>
        <p:blipFill>
          <a:blip r:embed="rId2"/>
          <a:stretch>
            <a:fillRect/>
          </a:stretch>
        </p:blipFill>
        <p:spPr>
          <a:xfrm>
            <a:off x="1219200" y="1265274"/>
            <a:ext cx="9494875" cy="3560578"/>
          </a:xfrm>
          <a:prstGeom prst="rect">
            <a:avLst/>
          </a:prstGeom>
        </p:spPr>
      </p:pic>
      <p:sp>
        <p:nvSpPr>
          <p:cNvPr id="10" name="ZoneTexte 9">
            <a:extLst>
              <a:ext uri="{FF2B5EF4-FFF2-40B4-BE49-F238E27FC236}">
                <a16:creationId xmlns:a16="http://schemas.microsoft.com/office/drawing/2014/main" id="{91FE7490-065F-BDCB-1698-5C87E03A07F6}"/>
              </a:ext>
            </a:extLst>
          </p:cNvPr>
          <p:cNvSpPr txBox="1"/>
          <p:nvPr/>
        </p:nvSpPr>
        <p:spPr>
          <a:xfrm>
            <a:off x="1481806" y="3198168"/>
            <a:ext cx="1286540" cy="230832"/>
          </a:xfrm>
          <a:prstGeom prst="rect">
            <a:avLst/>
          </a:prstGeom>
          <a:noFill/>
        </p:spPr>
        <p:txBody>
          <a:bodyPr wrap="square" rtlCol="0">
            <a:spAutoFit/>
          </a:bodyPr>
          <a:lstStyle/>
          <a:p>
            <a:pPr algn="ctr"/>
            <a:r>
              <a:rPr lang="fr-FR" sz="900" b="1" dirty="0">
                <a:solidFill>
                  <a:schemeClr val="bg1"/>
                </a:solidFill>
              </a:rPr>
              <a:t>Ou Datagramme IP</a:t>
            </a:r>
          </a:p>
        </p:txBody>
      </p:sp>
      <p:sp>
        <p:nvSpPr>
          <p:cNvPr id="11" name="ZoneTexte 10">
            <a:extLst>
              <a:ext uri="{FF2B5EF4-FFF2-40B4-BE49-F238E27FC236}">
                <a16:creationId xmlns:a16="http://schemas.microsoft.com/office/drawing/2014/main" id="{8C46F039-6B75-67DD-9FA4-6D1FB4DC7D41}"/>
              </a:ext>
            </a:extLst>
          </p:cNvPr>
          <p:cNvSpPr txBox="1"/>
          <p:nvPr/>
        </p:nvSpPr>
        <p:spPr>
          <a:xfrm>
            <a:off x="1590072" y="2624715"/>
            <a:ext cx="1070008" cy="230832"/>
          </a:xfrm>
          <a:prstGeom prst="rect">
            <a:avLst/>
          </a:prstGeom>
          <a:noFill/>
        </p:spPr>
        <p:txBody>
          <a:bodyPr wrap="square" rtlCol="0">
            <a:spAutoFit/>
          </a:bodyPr>
          <a:lstStyle/>
          <a:p>
            <a:pPr algn="ctr"/>
            <a:r>
              <a:rPr lang="fr-FR" sz="900" b="1" dirty="0">
                <a:solidFill>
                  <a:schemeClr val="bg1"/>
                </a:solidFill>
              </a:rPr>
              <a:t>ou Segment TCP</a:t>
            </a:r>
          </a:p>
        </p:txBody>
      </p:sp>
      <p:sp>
        <p:nvSpPr>
          <p:cNvPr id="4" name="Espace réservé du numéro de diapositive 3">
            <a:extLst>
              <a:ext uri="{FF2B5EF4-FFF2-40B4-BE49-F238E27FC236}">
                <a16:creationId xmlns:a16="http://schemas.microsoft.com/office/drawing/2014/main" id="{312F0793-C789-A088-C89D-FF558CDB14E9}"/>
              </a:ext>
            </a:extLst>
          </p:cNvPr>
          <p:cNvSpPr>
            <a:spLocks noGrp="1"/>
          </p:cNvSpPr>
          <p:nvPr>
            <p:ph type="sldNum" sz="quarter" idx="12"/>
          </p:nvPr>
        </p:nvSpPr>
        <p:spPr/>
        <p:txBody>
          <a:bodyPr/>
          <a:lstStyle/>
          <a:p>
            <a:fld id="{A1788E4B-14DA-4295-B966-6520CEF7CCFD}" type="slidenum">
              <a:rPr lang="fr-FR" smtClean="0"/>
              <a:t>9</a:t>
            </a:fld>
            <a:endParaRPr lang="fr-FR"/>
          </a:p>
        </p:txBody>
      </p:sp>
    </p:spTree>
    <p:extLst>
      <p:ext uri="{BB962C8B-B14F-4D97-AF65-F5344CB8AC3E}">
        <p14:creationId xmlns:p14="http://schemas.microsoft.com/office/powerpoint/2010/main" val="19335906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77249-010B-696B-72B4-A31F81B983FD}"/>
            </a:ext>
          </a:extLst>
        </p:cNvPr>
        <p:cNvGrpSpPr/>
        <p:nvPr/>
      </p:nvGrpSpPr>
      <p:grpSpPr>
        <a:xfrm>
          <a:off x="0" y="0"/>
          <a:ext cx="0" cy="0"/>
          <a:chOff x="0" y="0"/>
          <a:chExt cx="0" cy="0"/>
        </a:xfrm>
      </p:grpSpPr>
      <p:sp>
        <p:nvSpPr>
          <p:cNvPr id="35" name="Titre 1">
            <a:extLst>
              <a:ext uri="{FF2B5EF4-FFF2-40B4-BE49-F238E27FC236}">
                <a16:creationId xmlns:a16="http://schemas.microsoft.com/office/drawing/2014/main" id="{719285B9-E6E2-7C00-08A0-280AEDA1E0ED}"/>
              </a:ext>
            </a:extLst>
          </p:cNvPr>
          <p:cNvSpPr txBox="1">
            <a:spLocks/>
          </p:cNvSpPr>
          <p:nvPr/>
        </p:nvSpPr>
        <p:spPr>
          <a:xfrm>
            <a:off x="161431" y="114674"/>
            <a:ext cx="6983648" cy="681477"/>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r>
              <a:rPr lang="fr-FR" sz="1800" dirty="0"/>
              <a:t>Trame, paquet, segment </a:t>
            </a:r>
            <a:endParaRPr lang="fr-FR" sz="1200" dirty="0"/>
          </a:p>
        </p:txBody>
      </p:sp>
      <p:pic>
        <p:nvPicPr>
          <p:cNvPr id="19" name="Image 18">
            <a:extLst>
              <a:ext uri="{FF2B5EF4-FFF2-40B4-BE49-F238E27FC236}">
                <a16:creationId xmlns:a16="http://schemas.microsoft.com/office/drawing/2014/main" id="{A0F1501F-13DF-D267-8688-7592DBEA6192}"/>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61430" y="919527"/>
            <a:ext cx="6773220" cy="1095528"/>
          </a:xfrm>
          <a:prstGeom prst="rect">
            <a:avLst/>
          </a:prstGeom>
        </p:spPr>
      </p:pic>
      <p:sp>
        <p:nvSpPr>
          <p:cNvPr id="20" name="ZoneTexte 19">
            <a:extLst>
              <a:ext uri="{FF2B5EF4-FFF2-40B4-BE49-F238E27FC236}">
                <a16:creationId xmlns:a16="http://schemas.microsoft.com/office/drawing/2014/main" id="{B295E53D-90EB-6119-A7E5-CEE70DC72303}"/>
              </a:ext>
            </a:extLst>
          </p:cNvPr>
          <p:cNvSpPr txBox="1"/>
          <p:nvPr/>
        </p:nvSpPr>
        <p:spPr>
          <a:xfrm>
            <a:off x="7100908" y="903666"/>
            <a:ext cx="4929662" cy="1015663"/>
          </a:xfrm>
          <a:prstGeom prst="rect">
            <a:avLst/>
          </a:prstGeom>
          <a:noFill/>
        </p:spPr>
        <p:txBody>
          <a:bodyPr wrap="square" rtlCol="0">
            <a:spAutoFit/>
          </a:bodyPr>
          <a:lstStyle/>
          <a:p>
            <a:pPr marL="171450" indent="-171450">
              <a:buFont typeface="Courier New" panose="02070309020205020404" pitchFamily="49" charset="0"/>
              <a:buChar char="o"/>
            </a:pPr>
            <a:r>
              <a:rPr lang="fr-FR" sz="1200" dirty="0"/>
              <a:t>Les adresse IP ne changent pas de bout en bout (hors NAT)</a:t>
            </a:r>
          </a:p>
          <a:p>
            <a:pPr marL="171450" indent="-171450">
              <a:buFont typeface="Courier New" panose="02070309020205020404" pitchFamily="49" charset="0"/>
              <a:buChar char="o"/>
            </a:pPr>
            <a:r>
              <a:rPr lang="fr-FR" sz="1200" dirty="0"/>
              <a:t>Les adresses MAC changent à chaque saut ; chaque routeur ré-</a:t>
            </a:r>
            <a:r>
              <a:rPr lang="fr-FR" sz="1200" dirty="0" err="1"/>
              <a:t>encaspule</a:t>
            </a:r>
            <a:r>
              <a:rPr lang="fr-FR" sz="1200" dirty="0"/>
              <a:t> la trame pour le tronçon suivant.</a:t>
            </a:r>
          </a:p>
          <a:p>
            <a:pPr marL="171450" indent="-171450">
              <a:buFont typeface="Courier New" panose="02070309020205020404" pitchFamily="49" charset="0"/>
              <a:buChar char="o"/>
            </a:pPr>
            <a:r>
              <a:rPr lang="fr-FR" sz="1200" dirty="0"/>
              <a:t>Quand un outil parle de paquets (</a:t>
            </a:r>
            <a:r>
              <a:rPr lang="fr-FR" sz="1200" dirty="0" err="1"/>
              <a:t>tcpdump</a:t>
            </a:r>
            <a:r>
              <a:rPr lang="fr-FR" sz="1200" dirty="0"/>
              <a:t>), il capture en réalité des trames et nous montre les couches au-dessus </a:t>
            </a:r>
          </a:p>
        </p:txBody>
      </p:sp>
      <p:sp>
        <p:nvSpPr>
          <p:cNvPr id="31" name="Titre 1">
            <a:extLst>
              <a:ext uri="{FF2B5EF4-FFF2-40B4-BE49-F238E27FC236}">
                <a16:creationId xmlns:a16="http://schemas.microsoft.com/office/drawing/2014/main" id="{0C967972-BF7C-F816-E17E-D039A5F2DA4A}"/>
              </a:ext>
            </a:extLst>
          </p:cNvPr>
          <p:cNvSpPr txBox="1">
            <a:spLocks/>
          </p:cNvSpPr>
          <p:nvPr/>
        </p:nvSpPr>
        <p:spPr>
          <a:xfrm>
            <a:off x="161430" y="2185972"/>
            <a:ext cx="6983648" cy="681477"/>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r>
              <a:rPr lang="fr-FR" sz="1800" dirty="0"/>
              <a:t>Adresse IPv6</a:t>
            </a:r>
            <a:endParaRPr lang="fr-FR" sz="1200" dirty="0"/>
          </a:p>
        </p:txBody>
      </p:sp>
      <p:pic>
        <p:nvPicPr>
          <p:cNvPr id="5" name="Image 4">
            <a:extLst>
              <a:ext uri="{FF2B5EF4-FFF2-40B4-BE49-F238E27FC236}">
                <a16:creationId xmlns:a16="http://schemas.microsoft.com/office/drawing/2014/main" id="{ADA45C1E-BF66-2B1B-1A6F-92C781DC8775}"/>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4700"/>
                    </a14:imgEffect>
                  </a14:imgLayer>
                </a14:imgProps>
              </a:ext>
            </a:extLst>
          </a:blip>
          <a:stretch>
            <a:fillRect/>
          </a:stretch>
        </p:blipFill>
        <p:spPr>
          <a:xfrm>
            <a:off x="6774204" y="3338829"/>
            <a:ext cx="4544059" cy="1638529"/>
          </a:xfrm>
          <a:prstGeom prst="rect">
            <a:avLst/>
          </a:prstGeom>
        </p:spPr>
      </p:pic>
      <p:sp>
        <p:nvSpPr>
          <p:cNvPr id="7" name="ZoneTexte 6">
            <a:extLst>
              <a:ext uri="{FF2B5EF4-FFF2-40B4-BE49-F238E27FC236}">
                <a16:creationId xmlns:a16="http://schemas.microsoft.com/office/drawing/2014/main" id="{2B45CD2E-EEDE-1C7A-4718-5E7AD894450A}"/>
              </a:ext>
            </a:extLst>
          </p:cNvPr>
          <p:cNvSpPr txBox="1"/>
          <p:nvPr/>
        </p:nvSpPr>
        <p:spPr>
          <a:xfrm>
            <a:off x="6752598" y="2995592"/>
            <a:ext cx="3024593" cy="276999"/>
          </a:xfrm>
          <a:prstGeom prst="rect">
            <a:avLst/>
          </a:prstGeom>
          <a:noFill/>
        </p:spPr>
        <p:txBody>
          <a:bodyPr wrap="square">
            <a:spAutoFit/>
          </a:bodyPr>
          <a:lstStyle/>
          <a:p>
            <a:r>
              <a:rPr lang="fr-FR" sz="1200" dirty="0"/>
              <a:t>Adresse IPv6 : adresses à savoir reconnaître</a:t>
            </a:r>
          </a:p>
        </p:txBody>
      </p:sp>
      <p:sp>
        <p:nvSpPr>
          <p:cNvPr id="9" name="ZoneTexte 8">
            <a:extLst>
              <a:ext uri="{FF2B5EF4-FFF2-40B4-BE49-F238E27FC236}">
                <a16:creationId xmlns:a16="http://schemas.microsoft.com/office/drawing/2014/main" id="{F377BDD2-789A-2022-C5AE-96D89EC899C6}"/>
              </a:ext>
            </a:extLst>
          </p:cNvPr>
          <p:cNvSpPr txBox="1"/>
          <p:nvPr/>
        </p:nvSpPr>
        <p:spPr>
          <a:xfrm>
            <a:off x="6752598" y="5106504"/>
            <a:ext cx="5109805" cy="1200329"/>
          </a:xfrm>
          <a:prstGeom prst="rect">
            <a:avLst/>
          </a:prstGeom>
          <a:noFill/>
        </p:spPr>
        <p:txBody>
          <a:bodyPr wrap="square">
            <a:spAutoFit/>
          </a:bodyPr>
          <a:lstStyle/>
          <a:p>
            <a:r>
              <a:rPr lang="fr-FR" sz="1200" dirty="0"/>
              <a:t>Points de repère cloud : </a:t>
            </a:r>
          </a:p>
          <a:p>
            <a:pPr marL="171450" indent="-171450">
              <a:buFont typeface="Arial" panose="020B0604020202020204" pitchFamily="34" charset="0"/>
              <a:buChar char="•"/>
            </a:pPr>
            <a:r>
              <a:rPr lang="fr-FR" sz="1200" dirty="0"/>
              <a:t>pas de NAT (Network </a:t>
            </a:r>
            <a:r>
              <a:rPr lang="fr-FR" sz="1200" dirty="0" err="1"/>
              <a:t>Address</a:t>
            </a:r>
            <a:r>
              <a:rPr lang="fr-FR" sz="1200" dirty="0"/>
              <a:t> Translation) en IPv6 : chaque machine peut avoir une adresse publique → le pare-feu redevient l'unique barrière ; </a:t>
            </a:r>
          </a:p>
          <a:p>
            <a:pPr marL="171450" indent="-171450">
              <a:buFont typeface="Arial" panose="020B0604020202020204" pitchFamily="34" charset="0"/>
              <a:buChar char="•"/>
            </a:pPr>
            <a:r>
              <a:rPr lang="fr-FR" sz="1200" dirty="0"/>
              <a:t>AWS : un VPC (Virtual Private Cloud) peut être dual-stack (IPv4 + IPv6) ; les sous-réseaux IPv6 sont des /64 attribués — aucun calcul à faire, c'est prévu ainsi.</a:t>
            </a:r>
          </a:p>
        </p:txBody>
      </p:sp>
      <p:sp>
        <p:nvSpPr>
          <p:cNvPr id="11" name="ZoneTexte 10">
            <a:extLst>
              <a:ext uri="{FF2B5EF4-FFF2-40B4-BE49-F238E27FC236}">
                <a16:creationId xmlns:a16="http://schemas.microsoft.com/office/drawing/2014/main" id="{D8D1DD5E-F95A-EE54-3CF4-938B54A89FA5}"/>
              </a:ext>
            </a:extLst>
          </p:cNvPr>
          <p:cNvSpPr txBox="1"/>
          <p:nvPr/>
        </p:nvSpPr>
        <p:spPr>
          <a:xfrm>
            <a:off x="161430" y="3038366"/>
            <a:ext cx="6094562" cy="1938992"/>
          </a:xfrm>
          <a:prstGeom prst="rect">
            <a:avLst/>
          </a:prstGeom>
          <a:noFill/>
        </p:spPr>
        <p:txBody>
          <a:bodyPr wrap="square">
            <a:spAutoFit/>
          </a:bodyPr>
          <a:lstStyle/>
          <a:p>
            <a:r>
              <a:rPr lang="fr-FR" sz="1200" dirty="0"/>
              <a:t>128 bits en 8 groupes de 16 bits en hexadécimal, séparés par ‘:’</a:t>
            </a:r>
          </a:p>
          <a:p>
            <a:endParaRPr lang="fr-FR" sz="1200" dirty="0"/>
          </a:p>
          <a:p>
            <a:endParaRPr lang="fr-FR" sz="1200" dirty="0"/>
          </a:p>
          <a:p>
            <a:endParaRPr lang="fr-FR" sz="1200" dirty="0"/>
          </a:p>
          <a:p>
            <a:r>
              <a:rPr lang="fr-FR" sz="1200" dirty="0"/>
              <a:t>Deux règles d'abréviation (à savoir lire) : </a:t>
            </a:r>
          </a:p>
          <a:p>
            <a:pPr marL="228600" indent="-228600">
              <a:buAutoNum type="arabicPeriod"/>
            </a:pPr>
            <a:r>
              <a:rPr lang="fr-FR" sz="1200" dirty="0"/>
              <a:t>les zéros de tête de chaque groupe s'omettent : 0db8 → db8 ; </a:t>
            </a:r>
          </a:p>
          <a:p>
            <a:pPr marL="0" indent="0">
              <a:buNone/>
            </a:pPr>
            <a:r>
              <a:rPr lang="fr-FR" sz="1200" dirty="0"/>
              <a:t>2. une seule suite de groupes nuls se remplace par :: :</a:t>
            </a:r>
          </a:p>
          <a:p>
            <a:pPr marL="0" indent="0">
              <a:buNone/>
            </a:pPr>
            <a:endParaRPr lang="fr-FR" sz="1200" dirty="0"/>
          </a:p>
          <a:p>
            <a:pPr marL="0" indent="0">
              <a:buNone/>
            </a:pPr>
            <a:r>
              <a:rPr lang="fr-FR" sz="1200" dirty="0"/>
              <a:t>Le préfixe s'écrit comme en IPv4 : 2001:db8:abcd::/64 — et /64 est la taille standard d'un sous-réseau IPv6 (pas de pénurie, pas de calcul).</a:t>
            </a:r>
          </a:p>
        </p:txBody>
      </p:sp>
      <p:pic>
        <p:nvPicPr>
          <p:cNvPr id="13" name="Image 12">
            <a:extLst>
              <a:ext uri="{FF2B5EF4-FFF2-40B4-BE49-F238E27FC236}">
                <a16:creationId xmlns:a16="http://schemas.microsoft.com/office/drawing/2014/main" id="{9D8715F4-D5AE-847B-38D7-E8D4A67536AF}"/>
              </a:ext>
            </a:extLst>
          </p:cNvPr>
          <p:cNvPicPr>
            <a:picLocks noChangeAspect="1"/>
          </p:cNvPicPr>
          <p:nvPr/>
        </p:nvPicPr>
        <p:blipFill>
          <a:blip r:embed="rId6"/>
          <a:stretch>
            <a:fillRect/>
          </a:stretch>
        </p:blipFill>
        <p:spPr>
          <a:xfrm>
            <a:off x="161430" y="3438005"/>
            <a:ext cx="2452596" cy="201332"/>
          </a:xfrm>
          <a:prstGeom prst="rect">
            <a:avLst/>
          </a:prstGeom>
        </p:spPr>
      </p:pic>
      <p:sp>
        <p:nvSpPr>
          <p:cNvPr id="15" name="ZoneTexte 14">
            <a:extLst>
              <a:ext uri="{FF2B5EF4-FFF2-40B4-BE49-F238E27FC236}">
                <a16:creationId xmlns:a16="http://schemas.microsoft.com/office/drawing/2014/main" id="{81F40746-5F5C-D674-2736-52FA657A734D}"/>
              </a:ext>
            </a:extLst>
          </p:cNvPr>
          <p:cNvSpPr txBox="1"/>
          <p:nvPr/>
        </p:nvSpPr>
        <p:spPr>
          <a:xfrm>
            <a:off x="161430" y="5198838"/>
            <a:ext cx="6094562" cy="1015663"/>
          </a:xfrm>
          <a:prstGeom prst="rect">
            <a:avLst/>
          </a:prstGeom>
          <a:noFill/>
        </p:spPr>
        <p:txBody>
          <a:bodyPr wrap="square">
            <a:spAutoFit/>
          </a:bodyPr>
          <a:lstStyle/>
          <a:p>
            <a:pPr rtl="0">
              <a:buNone/>
            </a:pPr>
            <a:r>
              <a:rPr lang="fr-FR" sz="1200" b="1" dirty="0"/>
              <a:t>Points clés à retenir :</a:t>
            </a:r>
            <a:endParaRPr lang="fr-FR" sz="1200" dirty="0"/>
          </a:p>
          <a:p>
            <a:pPr marL="342900" lvl="0" indent="-342900" rtl="0">
              <a:buFont typeface="Arial" panose="020B0604020202020204" pitchFamily="34" charset="0"/>
              <a:buChar char="•"/>
            </a:pPr>
            <a:r>
              <a:rPr lang="fr-FR" sz="1200" dirty="0"/>
              <a:t>IPv6 a été créé principalement pour répondre à l'épuisement des adresses IPv4.</a:t>
            </a:r>
          </a:p>
          <a:p>
            <a:pPr marL="342900" lvl="0" indent="-342900" rtl="0">
              <a:buFont typeface="Arial" panose="020B0604020202020204" pitchFamily="34" charset="0"/>
              <a:buChar char="•"/>
            </a:pPr>
            <a:r>
              <a:rPr lang="fr-FR" sz="1200" dirty="0"/>
              <a:t>IPv6 simplifie le routage et améliore les performances grâce à un en-tête allégé.</a:t>
            </a:r>
          </a:p>
          <a:p>
            <a:pPr marL="342900" lvl="0" indent="-342900" rtl="0">
              <a:buFont typeface="Arial" panose="020B0604020202020204" pitchFamily="34" charset="0"/>
              <a:buChar char="•"/>
            </a:pPr>
            <a:r>
              <a:rPr lang="fr-FR" sz="1200" dirty="0"/>
              <a:t>La transition IPv4 → IPv6 se fait souvent via des mécanismes de coexistence (dual-stack, tunneling, NAT64).</a:t>
            </a:r>
          </a:p>
        </p:txBody>
      </p:sp>
    </p:spTree>
    <p:extLst>
      <p:ext uri="{BB962C8B-B14F-4D97-AF65-F5344CB8AC3E}">
        <p14:creationId xmlns:p14="http://schemas.microsoft.com/office/powerpoint/2010/main" val="3345405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F6E0E-30E7-327D-B0DD-AD4CC5774086}"/>
            </a:ext>
          </a:extLst>
        </p:cNvPr>
        <p:cNvGrpSpPr/>
        <p:nvPr/>
      </p:nvGrpSpPr>
      <p:grpSpPr>
        <a:xfrm>
          <a:off x="0" y="0"/>
          <a:ext cx="0" cy="0"/>
          <a:chOff x="0" y="0"/>
          <a:chExt cx="0" cy="0"/>
        </a:xfrm>
      </p:grpSpPr>
      <p:sp>
        <p:nvSpPr>
          <p:cNvPr id="35" name="Titre 1">
            <a:extLst>
              <a:ext uri="{FF2B5EF4-FFF2-40B4-BE49-F238E27FC236}">
                <a16:creationId xmlns:a16="http://schemas.microsoft.com/office/drawing/2014/main" id="{18AE060E-0292-EAC2-E199-46347099E436}"/>
              </a:ext>
            </a:extLst>
          </p:cNvPr>
          <p:cNvSpPr txBox="1">
            <a:spLocks/>
          </p:cNvSpPr>
          <p:nvPr/>
        </p:nvSpPr>
        <p:spPr>
          <a:xfrm>
            <a:off x="161431" y="114674"/>
            <a:ext cx="6983648" cy="681477"/>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r>
              <a:rPr lang="fr-FR" sz="1800" dirty="0"/>
              <a:t>Adresses privées et adresses spéciales</a:t>
            </a:r>
            <a:endParaRPr lang="fr-FR" sz="1200" dirty="0"/>
          </a:p>
        </p:txBody>
      </p:sp>
      <p:sp>
        <p:nvSpPr>
          <p:cNvPr id="2" name="ZoneTexte 1">
            <a:extLst>
              <a:ext uri="{FF2B5EF4-FFF2-40B4-BE49-F238E27FC236}">
                <a16:creationId xmlns:a16="http://schemas.microsoft.com/office/drawing/2014/main" id="{C6B82376-03AD-CFF2-C91A-CABB95CFD295}"/>
              </a:ext>
            </a:extLst>
          </p:cNvPr>
          <p:cNvSpPr txBox="1"/>
          <p:nvPr/>
        </p:nvSpPr>
        <p:spPr>
          <a:xfrm>
            <a:off x="161431" y="1017917"/>
            <a:ext cx="7955191" cy="276999"/>
          </a:xfrm>
          <a:prstGeom prst="rect">
            <a:avLst/>
          </a:prstGeom>
          <a:noFill/>
        </p:spPr>
        <p:txBody>
          <a:bodyPr wrap="none" rtlCol="0">
            <a:spAutoFit/>
          </a:bodyPr>
          <a:lstStyle/>
          <a:p>
            <a:r>
              <a:rPr lang="fr-FR" sz="1200" dirty="0"/>
              <a:t>Certaines plages sont réservées (RFC 1918) : jamais routées sur Internet, librement utilisables en interne — et dans vos VPC :</a:t>
            </a:r>
          </a:p>
        </p:txBody>
      </p:sp>
      <p:pic>
        <p:nvPicPr>
          <p:cNvPr id="4" name="Image 3">
            <a:extLst>
              <a:ext uri="{FF2B5EF4-FFF2-40B4-BE49-F238E27FC236}">
                <a16:creationId xmlns:a16="http://schemas.microsoft.com/office/drawing/2014/main" id="{9DC41637-4C61-015D-F3F3-52A9B9AACD7A}"/>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161431" y="1516682"/>
            <a:ext cx="4105848" cy="1086002"/>
          </a:xfrm>
          <a:prstGeom prst="rect">
            <a:avLst/>
          </a:prstGeom>
        </p:spPr>
      </p:pic>
      <p:pic>
        <p:nvPicPr>
          <p:cNvPr id="6" name="Image 5">
            <a:extLst>
              <a:ext uri="{FF2B5EF4-FFF2-40B4-BE49-F238E27FC236}">
                <a16:creationId xmlns:a16="http://schemas.microsoft.com/office/drawing/2014/main" id="{13193785-3039-2A54-EE27-AC1C19EB48AC}"/>
              </a:ext>
            </a:extLst>
          </p:cNvPr>
          <p:cNvPicPr>
            <a:picLocks noChangeAspect="1"/>
          </p:cNvPicPr>
          <p:nvPr/>
        </p:nvPicPr>
        <p:blipFill>
          <a:blip r:embed="rId4"/>
          <a:stretch>
            <a:fillRect/>
          </a:stretch>
        </p:blipFill>
        <p:spPr>
          <a:xfrm>
            <a:off x="6096000" y="1351301"/>
            <a:ext cx="5658640" cy="1362265"/>
          </a:xfrm>
          <a:prstGeom prst="rect">
            <a:avLst/>
          </a:prstGeom>
        </p:spPr>
      </p:pic>
      <p:sp>
        <p:nvSpPr>
          <p:cNvPr id="8" name="Titre 1">
            <a:extLst>
              <a:ext uri="{FF2B5EF4-FFF2-40B4-BE49-F238E27FC236}">
                <a16:creationId xmlns:a16="http://schemas.microsoft.com/office/drawing/2014/main" id="{98927AF4-1257-F0AF-750E-C33928EECC5F}"/>
              </a:ext>
            </a:extLst>
          </p:cNvPr>
          <p:cNvSpPr txBox="1">
            <a:spLocks/>
          </p:cNvSpPr>
          <p:nvPr/>
        </p:nvSpPr>
        <p:spPr>
          <a:xfrm>
            <a:off x="161431" y="2824449"/>
            <a:ext cx="6983648" cy="681477"/>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r>
              <a:rPr lang="fr-FR" sz="1800" dirty="0"/>
              <a:t>Adresses réseau, broadcast, plage utilisable</a:t>
            </a:r>
            <a:endParaRPr lang="fr-FR" sz="1200" dirty="0"/>
          </a:p>
        </p:txBody>
      </p:sp>
      <p:sp>
        <p:nvSpPr>
          <p:cNvPr id="10" name="ZoneTexte 9">
            <a:extLst>
              <a:ext uri="{FF2B5EF4-FFF2-40B4-BE49-F238E27FC236}">
                <a16:creationId xmlns:a16="http://schemas.microsoft.com/office/drawing/2014/main" id="{A45EFEB8-398A-8F76-0E5B-DF111FABA141}"/>
              </a:ext>
            </a:extLst>
          </p:cNvPr>
          <p:cNvSpPr txBox="1"/>
          <p:nvPr/>
        </p:nvSpPr>
        <p:spPr>
          <a:xfrm>
            <a:off x="126637" y="3589191"/>
            <a:ext cx="4776500" cy="276999"/>
          </a:xfrm>
          <a:prstGeom prst="rect">
            <a:avLst/>
          </a:prstGeom>
          <a:noFill/>
        </p:spPr>
        <p:txBody>
          <a:bodyPr wrap="none" rtlCol="0">
            <a:spAutoFit/>
          </a:bodyPr>
          <a:lstStyle/>
          <a:p>
            <a:r>
              <a:rPr lang="fr-FR" sz="1200" dirty="0"/>
              <a:t>Dans un sous réseau 4 valeurs à savoir retrouver en toutes circonstances : </a:t>
            </a:r>
          </a:p>
        </p:txBody>
      </p:sp>
      <p:pic>
        <p:nvPicPr>
          <p:cNvPr id="5" name="Image 4">
            <a:extLst>
              <a:ext uri="{FF2B5EF4-FFF2-40B4-BE49-F238E27FC236}">
                <a16:creationId xmlns:a16="http://schemas.microsoft.com/office/drawing/2014/main" id="{8D6499F0-74C4-3708-6104-6F00E7374186}"/>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4700"/>
                    </a14:imgEffect>
                  </a14:imgLayer>
                </a14:imgProps>
              </a:ext>
            </a:extLst>
          </a:blip>
          <a:stretch>
            <a:fillRect/>
          </a:stretch>
        </p:blipFill>
        <p:spPr>
          <a:xfrm>
            <a:off x="161431" y="3878787"/>
            <a:ext cx="6306430" cy="1371791"/>
          </a:xfrm>
          <a:prstGeom prst="rect">
            <a:avLst/>
          </a:prstGeom>
        </p:spPr>
      </p:pic>
      <p:sp>
        <p:nvSpPr>
          <p:cNvPr id="9" name="ZoneTexte 8">
            <a:extLst>
              <a:ext uri="{FF2B5EF4-FFF2-40B4-BE49-F238E27FC236}">
                <a16:creationId xmlns:a16="http://schemas.microsoft.com/office/drawing/2014/main" id="{371DB57F-BEE9-D775-FAC3-88A1DB5E9FB4}"/>
              </a:ext>
            </a:extLst>
          </p:cNvPr>
          <p:cNvSpPr txBox="1"/>
          <p:nvPr/>
        </p:nvSpPr>
        <p:spPr>
          <a:xfrm>
            <a:off x="161431" y="5506606"/>
            <a:ext cx="9420099" cy="461665"/>
          </a:xfrm>
          <a:prstGeom prst="rect">
            <a:avLst/>
          </a:prstGeom>
          <a:noFill/>
        </p:spPr>
        <p:txBody>
          <a:bodyPr wrap="square">
            <a:spAutoFit/>
          </a:bodyPr>
          <a:lstStyle/>
          <a:p>
            <a:r>
              <a:rPr lang="fr-FR" sz="1200" dirty="0"/>
              <a:t>L'adresse réseau désigne le sous-réseau (c'est elle qu'on écrit dans les tables de routage et les CIDR de VPC) ; le broadcast s'adresse à tous les hôtes du sous-réseau. Anticipation cloud : AWS réserve en plus 3 adresses par sous-réseau (détail vendredi) — mais réseau et broadcast, c'est universel.</a:t>
            </a:r>
          </a:p>
        </p:txBody>
      </p:sp>
    </p:spTree>
    <p:extLst>
      <p:ext uri="{BB962C8B-B14F-4D97-AF65-F5344CB8AC3E}">
        <p14:creationId xmlns:p14="http://schemas.microsoft.com/office/powerpoint/2010/main" val="3298161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8D13A-86C9-BB4D-2E17-381A36D94446}"/>
            </a:ext>
          </a:extLst>
        </p:cNvPr>
        <p:cNvGrpSpPr/>
        <p:nvPr/>
      </p:nvGrpSpPr>
      <p:grpSpPr>
        <a:xfrm>
          <a:off x="0" y="0"/>
          <a:ext cx="0" cy="0"/>
          <a:chOff x="0" y="0"/>
          <a:chExt cx="0" cy="0"/>
        </a:xfrm>
      </p:grpSpPr>
      <p:sp>
        <p:nvSpPr>
          <p:cNvPr id="35" name="Titre 1">
            <a:extLst>
              <a:ext uri="{FF2B5EF4-FFF2-40B4-BE49-F238E27FC236}">
                <a16:creationId xmlns:a16="http://schemas.microsoft.com/office/drawing/2014/main" id="{6819FEA6-FD31-FFC0-C00B-A9EB238D549C}"/>
              </a:ext>
            </a:extLst>
          </p:cNvPr>
          <p:cNvSpPr txBox="1">
            <a:spLocks/>
          </p:cNvSpPr>
          <p:nvPr/>
        </p:nvSpPr>
        <p:spPr>
          <a:xfrm>
            <a:off x="170057" y="154565"/>
            <a:ext cx="6983648" cy="477686"/>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r>
              <a:rPr lang="fr-FR" sz="1800" dirty="0"/>
              <a:t>La méthode en 4 étapes: </a:t>
            </a:r>
            <a:endParaRPr lang="fr-FR" sz="1200" dirty="0"/>
          </a:p>
        </p:txBody>
      </p:sp>
      <p:sp>
        <p:nvSpPr>
          <p:cNvPr id="7" name="ZoneTexte 6">
            <a:extLst>
              <a:ext uri="{FF2B5EF4-FFF2-40B4-BE49-F238E27FC236}">
                <a16:creationId xmlns:a16="http://schemas.microsoft.com/office/drawing/2014/main" id="{B78ED036-2FD5-E862-9168-CA256A3DC2B1}"/>
              </a:ext>
            </a:extLst>
          </p:cNvPr>
          <p:cNvSpPr txBox="1"/>
          <p:nvPr/>
        </p:nvSpPr>
        <p:spPr>
          <a:xfrm>
            <a:off x="170057" y="751344"/>
            <a:ext cx="10858847" cy="2677656"/>
          </a:xfrm>
          <a:prstGeom prst="rect">
            <a:avLst/>
          </a:prstGeom>
          <a:noFill/>
        </p:spPr>
        <p:txBody>
          <a:bodyPr wrap="square">
            <a:spAutoFit/>
          </a:bodyPr>
          <a:lstStyle/>
          <a:p>
            <a:r>
              <a:rPr lang="fr-FR" sz="1200" dirty="0"/>
              <a:t>Pour toute question du type « </a:t>
            </a:r>
            <a:r>
              <a:rPr lang="fr-FR" sz="1200" dirty="0">
                <a:highlight>
                  <a:srgbClr val="FFFF00"/>
                </a:highlight>
              </a:rPr>
              <a:t>A.B.C.D/n </a:t>
            </a:r>
            <a:r>
              <a:rPr lang="fr-FR" sz="1200" dirty="0"/>
              <a:t>: réseau ? broadcast ? plage ? » :</a:t>
            </a:r>
          </a:p>
          <a:p>
            <a:r>
              <a:rPr lang="fr-FR" sz="1200" dirty="0"/>
              <a:t> </a:t>
            </a:r>
          </a:p>
          <a:p>
            <a:pPr marL="228600" indent="-228600">
              <a:buFont typeface="+mj-lt"/>
              <a:buAutoNum type="arabicPeriod"/>
            </a:pPr>
            <a:r>
              <a:rPr lang="fr-FR" sz="1200" dirty="0"/>
              <a:t>Octet intéressant : celui où tombe la frontière du masque (/1-/8 → 1er, /9-/16 → 2e, /17-/24 → 3e, /25-/32 → 4e). </a:t>
            </a:r>
          </a:p>
          <a:p>
            <a:pPr marL="228600" indent="-228600">
              <a:buFont typeface="+mj-lt"/>
              <a:buAutoNum type="arabicPeriod"/>
            </a:pPr>
            <a:endParaRPr lang="fr-FR" sz="1200" dirty="0"/>
          </a:p>
          <a:p>
            <a:pPr marL="228600" indent="-228600">
              <a:buFont typeface="+mj-lt"/>
              <a:buAutoNum type="arabicPeriod"/>
            </a:pPr>
            <a:r>
              <a:rPr lang="fr-FR" sz="1200" dirty="0"/>
              <a:t>Taille de bloc : </a:t>
            </a:r>
            <a:r>
              <a:rPr lang="fr-FR" sz="1200" dirty="0">
                <a:highlight>
                  <a:srgbClr val="FFFF00"/>
                </a:highlight>
              </a:rPr>
              <a:t>256 − valeur du masque dans cet octet </a:t>
            </a:r>
          </a:p>
          <a:p>
            <a:r>
              <a:rPr lang="fr-FR" sz="1200" dirty="0"/>
              <a:t>       (ex. masque 192 → bloc de 64 ; masque 240 → bloc de 16). </a:t>
            </a:r>
          </a:p>
          <a:p>
            <a:pPr marL="228600" indent="-228600">
              <a:buFont typeface="+mj-lt"/>
              <a:buAutoNum type="arabicPeriod"/>
            </a:pPr>
            <a:endParaRPr lang="fr-FR" sz="1200" dirty="0"/>
          </a:p>
          <a:p>
            <a:pPr marL="228600" indent="-228600">
              <a:buFont typeface="+mj-lt"/>
              <a:buAutoNum type="arabicPeriod" startAt="3"/>
            </a:pPr>
            <a:r>
              <a:rPr lang="fr-FR" sz="1200" dirty="0"/>
              <a:t>Adresse réseau : le multiple du bloc inférieur ou égal à la valeur de l'octet intéressant (les octets suivants passent à 0).</a:t>
            </a:r>
          </a:p>
          <a:p>
            <a:endParaRPr lang="fr-FR" sz="1200" dirty="0"/>
          </a:p>
          <a:p>
            <a:pPr marL="228600" indent="-228600">
              <a:buFont typeface="+mj-lt"/>
              <a:buAutoNum type="arabicPeriod" startAt="4"/>
            </a:pPr>
            <a:r>
              <a:rPr lang="fr-FR" sz="1200" dirty="0"/>
              <a:t>Broadcast : début du sous-réseau suivant − 1 (les octets suivants passent à 255). </a:t>
            </a:r>
          </a:p>
          <a:p>
            <a:pPr marL="228600" indent="-228600">
              <a:buAutoNum type="arabicPeriod" startAt="3"/>
            </a:pPr>
            <a:endParaRPr lang="fr-FR" sz="1200" dirty="0"/>
          </a:p>
          <a:p>
            <a:pPr marL="228600" indent="-228600">
              <a:buAutoNum type="arabicPeriod" startAt="3"/>
            </a:pPr>
            <a:endParaRPr lang="fr-FR" sz="1200" dirty="0"/>
          </a:p>
          <a:p>
            <a:r>
              <a:rPr lang="fr-FR" sz="1200" dirty="0"/>
              <a:t>Puis : première utilisable = réseau + 1 ; dernière = broadcast − 1. </a:t>
            </a:r>
          </a:p>
          <a:p>
            <a:r>
              <a:rPr lang="fr-FR" sz="1200" dirty="0"/>
              <a:t>Pas de binaire à poser à chaque fois : le binaire justifie la méthode, la taille de bloc l'exécute.</a:t>
            </a:r>
          </a:p>
        </p:txBody>
      </p:sp>
      <p:pic>
        <p:nvPicPr>
          <p:cNvPr id="12" name="Image 11">
            <a:extLst>
              <a:ext uri="{FF2B5EF4-FFF2-40B4-BE49-F238E27FC236}">
                <a16:creationId xmlns:a16="http://schemas.microsoft.com/office/drawing/2014/main" id="{A9D8072D-E9B6-BFED-02EF-31FBE773A32D}"/>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226095" y="4125070"/>
            <a:ext cx="4505954" cy="1105054"/>
          </a:xfrm>
          <a:prstGeom prst="rect">
            <a:avLst/>
          </a:prstGeom>
        </p:spPr>
      </p:pic>
      <p:sp>
        <p:nvSpPr>
          <p:cNvPr id="14" name="ZoneTexte 13">
            <a:extLst>
              <a:ext uri="{FF2B5EF4-FFF2-40B4-BE49-F238E27FC236}">
                <a16:creationId xmlns:a16="http://schemas.microsoft.com/office/drawing/2014/main" id="{5E1707CF-3743-6D2B-FEDA-3904791C3C52}"/>
              </a:ext>
            </a:extLst>
          </p:cNvPr>
          <p:cNvSpPr txBox="1"/>
          <p:nvPr/>
        </p:nvSpPr>
        <p:spPr>
          <a:xfrm>
            <a:off x="226095" y="5566554"/>
            <a:ext cx="10444780" cy="646331"/>
          </a:xfrm>
          <a:prstGeom prst="rect">
            <a:avLst/>
          </a:prstGeom>
          <a:noFill/>
        </p:spPr>
        <p:txBody>
          <a:bodyPr wrap="square">
            <a:spAutoFit/>
          </a:bodyPr>
          <a:lstStyle/>
          <a:p>
            <a:r>
              <a:rPr lang="fr-FR" sz="1200" dirty="0"/>
              <a:t>Le même tableau se décale d'un octet : </a:t>
            </a:r>
          </a:p>
          <a:p>
            <a:pPr marL="628650" lvl="1" indent="-171450">
              <a:buFont typeface="Arial" panose="020B0604020202020204" pitchFamily="34" charset="0"/>
              <a:buChar char="•"/>
            </a:pPr>
            <a:r>
              <a:rPr lang="fr-FR" sz="1200" dirty="0"/>
              <a:t>masque dans le 3e octet → /17 à /24, blocs de 128 à 1 dans le 3e octet (ex. /20 → masque 255.255.240.0, blocs de 16 : 10.0.0.0, 10.0.16.0, 10.0.32.0…) ; </a:t>
            </a:r>
          </a:p>
          <a:p>
            <a:pPr marL="628650" lvl="1" indent="-171450">
              <a:buFont typeface="Arial" panose="020B0604020202020204" pitchFamily="34" charset="0"/>
              <a:buChar char="•"/>
            </a:pPr>
            <a:r>
              <a:rPr lang="fr-FR" sz="1200" dirty="0"/>
              <a:t>règle universelle : bloc = 256 − masque dans l'octet intéressant</a:t>
            </a:r>
          </a:p>
        </p:txBody>
      </p:sp>
      <p:sp>
        <p:nvSpPr>
          <p:cNvPr id="16" name="Titre 1">
            <a:extLst>
              <a:ext uri="{FF2B5EF4-FFF2-40B4-BE49-F238E27FC236}">
                <a16:creationId xmlns:a16="http://schemas.microsoft.com/office/drawing/2014/main" id="{C24033B5-9C48-09D3-C5B1-F114C3B20D88}"/>
              </a:ext>
            </a:extLst>
          </p:cNvPr>
          <p:cNvSpPr txBox="1">
            <a:spLocks/>
          </p:cNvSpPr>
          <p:nvPr/>
        </p:nvSpPr>
        <p:spPr>
          <a:xfrm>
            <a:off x="226095" y="3429000"/>
            <a:ext cx="6983648" cy="477686"/>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r>
              <a:rPr lang="fr-FR" sz="1800" dirty="0"/>
              <a:t>Le « Tableau Magique »</a:t>
            </a:r>
            <a:endParaRPr lang="fr-FR" sz="1200" dirty="0"/>
          </a:p>
        </p:txBody>
      </p:sp>
    </p:spTree>
    <p:extLst>
      <p:ext uri="{BB962C8B-B14F-4D97-AF65-F5344CB8AC3E}">
        <p14:creationId xmlns:p14="http://schemas.microsoft.com/office/powerpoint/2010/main" val="4267596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ACDE0-2C16-21C2-5BFD-2F7B9860CCCD}"/>
            </a:ext>
          </a:extLst>
        </p:cNvPr>
        <p:cNvGrpSpPr/>
        <p:nvPr/>
      </p:nvGrpSpPr>
      <p:grpSpPr>
        <a:xfrm>
          <a:off x="0" y="0"/>
          <a:ext cx="0" cy="0"/>
          <a:chOff x="0" y="0"/>
          <a:chExt cx="0" cy="0"/>
        </a:xfrm>
      </p:grpSpPr>
      <p:sp>
        <p:nvSpPr>
          <p:cNvPr id="35" name="Titre 1">
            <a:extLst>
              <a:ext uri="{FF2B5EF4-FFF2-40B4-BE49-F238E27FC236}">
                <a16:creationId xmlns:a16="http://schemas.microsoft.com/office/drawing/2014/main" id="{D33FD15C-0105-228D-D49F-636AC1D0C9AE}"/>
              </a:ext>
            </a:extLst>
          </p:cNvPr>
          <p:cNvSpPr txBox="1">
            <a:spLocks/>
          </p:cNvSpPr>
          <p:nvPr/>
        </p:nvSpPr>
        <p:spPr>
          <a:xfrm>
            <a:off x="170057" y="154565"/>
            <a:ext cx="6983648" cy="477686"/>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r>
              <a:rPr lang="fr-FR" sz="1800" dirty="0"/>
              <a:t>Combien d’hôtes? Quel préfixe choisir?</a:t>
            </a:r>
            <a:endParaRPr lang="fr-FR" sz="1200" dirty="0"/>
          </a:p>
        </p:txBody>
      </p:sp>
      <p:sp>
        <p:nvSpPr>
          <p:cNvPr id="3" name="ZoneTexte 2">
            <a:extLst>
              <a:ext uri="{FF2B5EF4-FFF2-40B4-BE49-F238E27FC236}">
                <a16:creationId xmlns:a16="http://schemas.microsoft.com/office/drawing/2014/main" id="{56B79D50-F31B-4BCB-F17E-A951C3E55432}"/>
              </a:ext>
            </a:extLst>
          </p:cNvPr>
          <p:cNvSpPr txBox="1"/>
          <p:nvPr/>
        </p:nvSpPr>
        <p:spPr>
          <a:xfrm>
            <a:off x="170057" y="802105"/>
            <a:ext cx="8784162" cy="461665"/>
          </a:xfrm>
          <a:prstGeom prst="rect">
            <a:avLst/>
          </a:prstGeom>
          <a:noFill/>
        </p:spPr>
        <p:txBody>
          <a:bodyPr wrap="square">
            <a:spAutoFit/>
          </a:bodyPr>
          <a:lstStyle/>
          <a:p>
            <a:r>
              <a:rPr lang="fr-FR" sz="1200" dirty="0"/>
              <a:t>Question inverse, omniprésente dans la conception de VPC : « il me faut N machines, quel préfixe ? » </a:t>
            </a:r>
          </a:p>
          <a:p>
            <a:r>
              <a:rPr lang="fr-FR" sz="1200" dirty="0"/>
              <a:t>Méthode : chercher la puissance de 2 strictement supérieure à N + 2</a:t>
            </a:r>
          </a:p>
        </p:txBody>
      </p:sp>
      <p:pic>
        <p:nvPicPr>
          <p:cNvPr id="5" name="Image 4">
            <a:extLst>
              <a:ext uri="{FF2B5EF4-FFF2-40B4-BE49-F238E27FC236}">
                <a16:creationId xmlns:a16="http://schemas.microsoft.com/office/drawing/2014/main" id="{51891021-BB4E-8F31-E6FD-DCD55DC18BE9}"/>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246707" y="1433624"/>
            <a:ext cx="4486901" cy="1848108"/>
          </a:xfrm>
          <a:prstGeom prst="rect">
            <a:avLst/>
          </a:prstGeom>
        </p:spPr>
      </p:pic>
      <p:sp>
        <p:nvSpPr>
          <p:cNvPr id="8" name="ZoneTexte 7">
            <a:extLst>
              <a:ext uri="{FF2B5EF4-FFF2-40B4-BE49-F238E27FC236}">
                <a16:creationId xmlns:a16="http://schemas.microsoft.com/office/drawing/2014/main" id="{835B2B4C-ACA6-2D35-8DA0-EEB5DBE89ECE}"/>
              </a:ext>
            </a:extLst>
          </p:cNvPr>
          <p:cNvSpPr txBox="1"/>
          <p:nvPr/>
        </p:nvSpPr>
        <p:spPr>
          <a:xfrm>
            <a:off x="170056" y="3429001"/>
            <a:ext cx="11915551" cy="276999"/>
          </a:xfrm>
          <a:prstGeom prst="rect">
            <a:avLst/>
          </a:prstGeom>
          <a:noFill/>
        </p:spPr>
        <p:txBody>
          <a:bodyPr wrap="square">
            <a:spAutoFit/>
          </a:bodyPr>
          <a:lstStyle/>
          <a:p>
            <a:r>
              <a:rPr lang="fr-FR" sz="1200" dirty="0"/>
              <a:t>Bon réflexe d'architecte : prévoir la croissance — si le besoin est « 100 aujourd'hui, le double demain », prenez /24, pas /25.</a:t>
            </a:r>
          </a:p>
        </p:txBody>
      </p:sp>
    </p:spTree>
    <p:extLst>
      <p:ext uri="{BB962C8B-B14F-4D97-AF65-F5344CB8AC3E}">
        <p14:creationId xmlns:p14="http://schemas.microsoft.com/office/powerpoint/2010/main" val="4176972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51514-E232-69E2-94A4-9A4BE3E649D6}"/>
            </a:ext>
          </a:extLst>
        </p:cNvPr>
        <p:cNvGrpSpPr/>
        <p:nvPr/>
      </p:nvGrpSpPr>
      <p:grpSpPr>
        <a:xfrm>
          <a:off x="0" y="0"/>
          <a:ext cx="0" cy="0"/>
          <a:chOff x="0" y="0"/>
          <a:chExt cx="0" cy="0"/>
        </a:xfrm>
      </p:grpSpPr>
      <p:sp>
        <p:nvSpPr>
          <p:cNvPr id="35" name="Titre 1">
            <a:extLst>
              <a:ext uri="{FF2B5EF4-FFF2-40B4-BE49-F238E27FC236}">
                <a16:creationId xmlns:a16="http://schemas.microsoft.com/office/drawing/2014/main" id="{8D116122-20DD-CDD7-68B2-2A502465B13E}"/>
              </a:ext>
            </a:extLst>
          </p:cNvPr>
          <p:cNvSpPr txBox="1">
            <a:spLocks/>
          </p:cNvSpPr>
          <p:nvPr/>
        </p:nvSpPr>
        <p:spPr>
          <a:xfrm>
            <a:off x="246707" y="154565"/>
            <a:ext cx="6983648" cy="477686"/>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r>
              <a:rPr lang="fr-FR" sz="1800" dirty="0"/>
              <a:t>Comparaison IPv4 vs IPv6</a:t>
            </a:r>
            <a:endParaRPr lang="fr-FR" sz="1200" dirty="0"/>
          </a:p>
        </p:txBody>
      </p:sp>
      <p:graphicFrame>
        <p:nvGraphicFramePr>
          <p:cNvPr id="2" name="Tableau 1">
            <a:extLst>
              <a:ext uri="{FF2B5EF4-FFF2-40B4-BE49-F238E27FC236}">
                <a16:creationId xmlns:a16="http://schemas.microsoft.com/office/drawing/2014/main" id="{6636C2AC-06D5-AA31-DD70-7B6A1DAED5D8}"/>
              </a:ext>
            </a:extLst>
          </p:cNvPr>
          <p:cNvGraphicFramePr>
            <a:graphicFrameLocks noGrp="1"/>
          </p:cNvGraphicFramePr>
          <p:nvPr>
            <p:extLst>
              <p:ext uri="{D42A27DB-BD31-4B8C-83A1-F6EECF244321}">
                <p14:modId xmlns:p14="http://schemas.microsoft.com/office/powerpoint/2010/main" val="2946844646"/>
              </p:ext>
            </p:extLst>
          </p:nvPr>
        </p:nvGraphicFramePr>
        <p:xfrm>
          <a:off x="246707" y="839840"/>
          <a:ext cx="7252353" cy="5302164"/>
        </p:xfrm>
        <a:graphic>
          <a:graphicData uri="http://schemas.openxmlformats.org/drawingml/2006/table">
            <a:tbl>
              <a:tblPr>
                <a:tableStyleId>{BC89EF96-8CEA-46FF-86C4-4CE0E7609802}</a:tableStyleId>
              </a:tblPr>
              <a:tblGrid>
                <a:gridCol w="1875391">
                  <a:extLst>
                    <a:ext uri="{9D8B030D-6E8A-4147-A177-3AD203B41FA5}">
                      <a16:colId xmlns:a16="http://schemas.microsoft.com/office/drawing/2014/main" val="4172633558"/>
                    </a:ext>
                  </a:extLst>
                </a:gridCol>
                <a:gridCol w="2277374">
                  <a:extLst>
                    <a:ext uri="{9D8B030D-6E8A-4147-A177-3AD203B41FA5}">
                      <a16:colId xmlns:a16="http://schemas.microsoft.com/office/drawing/2014/main" val="731340466"/>
                    </a:ext>
                  </a:extLst>
                </a:gridCol>
                <a:gridCol w="3099588">
                  <a:extLst>
                    <a:ext uri="{9D8B030D-6E8A-4147-A177-3AD203B41FA5}">
                      <a16:colId xmlns:a16="http://schemas.microsoft.com/office/drawing/2014/main" val="2817049459"/>
                    </a:ext>
                  </a:extLst>
                </a:gridCol>
              </a:tblGrid>
              <a:tr h="243485">
                <a:tc>
                  <a:txBody>
                    <a:bodyPr/>
                    <a:lstStyle/>
                    <a:p>
                      <a:pPr>
                        <a:buNone/>
                      </a:pPr>
                      <a:r>
                        <a:rPr lang="fr-FR" sz="1000">
                          <a:solidFill>
                            <a:schemeClr val="bg1"/>
                          </a:solidFill>
                        </a:rPr>
                        <a:t>Critère</a:t>
                      </a:r>
                    </a:p>
                  </a:txBody>
                  <a:tcPr marL="50015" marR="50015" marT="25008" marB="25008" anchor="ctr">
                    <a:solidFill>
                      <a:schemeClr val="accent1"/>
                    </a:solidFill>
                  </a:tcPr>
                </a:tc>
                <a:tc>
                  <a:txBody>
                    <a:bodyPr/>
                    <a:lstStyle/>
                    <a:p>
                      <a:pPr>
                        <a:buNone/>
                      </a:pPr>
                      <a:r>
                        <a:rPr lang="fr-FR" sz="1000">
                          <a:solidFill>
                            <a:schemeClr val="bg1"/>
                          </a:solidFill>
                        </a:rPr>
                        <a:t>IPv4</a:t>
                      </a:r>
                    </a:p>
                  </a:txBody>
                  <a:tcPr marL="50015" marR="50015" marT="25008" marB="25008" anchor="ctr">
                    <a:solidFill>
                      <a:schemeClr val="accent1"/>
                    </a:solidFill>
                  </a:tcPr>
                </a:tc>
                <a:tc>
                  <a:txBody>
                    <a:bodyPr/>
                    <a:lstStyle/>
                    <a:p>
                      <a:pPr>
                        <a:buNone/>
                      </a:pPr>
                      <a:r>
                        <a:rPr lang="fr-FR" sz="1000" dirty="0">
                          <a:solidFill>
                            <a:schemeClr val="bg1"/>
                          </a:solidFill>
                        </a:rPr>
                        <a:t>IPv6</a:t>
                      </a:r>
                    </a:p>
                  </a:txBody>
                  <a:tcPr marL="50015" marR="50015" marT="25008" marB="25008" anchor="ctr">
                    <a:solidFill>
                      <a:schemeClr val="accent1"/>
                    </a:solidFill>
                  </a:tcPr>
                </a:tc>
                <a:extLst>
                  <a:ext uri="{0D108BD9-81ED-4DB2-BD59-A6C34878D82A}">
                    <a16:rowId xmlns:a16="http://schemas.microsoft.com/office/drawing/2014/main" val="3591161666"/>
                  </a:ext>
                </a:extLst>
              </a:tr>
              <a:tr h="243485">
                <a:tc>
                  <a:txBody>
                    <a:bodyPr/>
                    <a:lstStyle/>
                    <a:p>
                      <a:pPr>
                        <a:buNone/>
                      </a:pPr>
                      <a:r>
                        <a:rPr lang="fr-FR" sz="1000" b="1"/>
                        <a:t>Longueur d'adresse</a:t>
                      </a:r>
                      <a:endParaRPr lang="fr-FR" sz="1000"/>
                    </a:p>
                  </a:txBody>
                  <a:tcPr marL="50015" marR="50015" marT="25008" marB="25008" anchor="ctr"/>
                </a:tc>
                <a:tc>
                  <a:txBody>
                    <a:bodyPr/>
                    <a:lstStyle/>
                    <a:p>
                      <a:pPr>
                        <a:buNone/>
                      </a:pPr>
                      <a:r>
                        <a:rPr lang="fr-FR" sz="1000"/>
                        <a:t>32 bits</a:t>
                      </a:r>
                    </a:p>
                  </a:txBody>
                  <a:tcPr marL="50015" marR="50015" marT="25008" marB="25008" anchor="ctr"/>
                </a:tc>
                <a:tc>
                  <a:txBody>
                    <a:bodyPr/>
                    <a:lstStyle/>
                    <a:p>
                      <a:pPr>
                        <a:buNone/>
                      </a:pPr>
                      <a:r>
                        <a:rPr lang="fr-FR" sz="1000"/>
                        <a:t>128 bits</a:t>
                      </a:r>
                    </a:p>
                  </a:txBody>
                  <a:tcPr marL="50015" marR="50015" marT="25008" marB="25008" anchor="ctr"/>
                </a:tc>
                <a:extLst>
                  <a:ext uri="{0D108BD9-81ED-4DB2-BD59-A6C34878D82A}">
                    <a16:rowId xmlns:a16="http://schemas.microsoft.com/office/drawing/2014/main" val="1431518047"/>
                  </a:ext>
                </a:extLst>
              </a:tr>
              <a:tr h="426806">
                <a:tc>
                  <a:txBody>
                    <a:bodyPr/>
                    <a:lstStyle/>
                    <a:p>
                      <a:pPr>
                        <a:buNone/>
                      </a:pPr>
                      <a:r>
                        <a:rPr lang="fr-FR" sz="1000" b="1"/>
                        <a:t>Format</a:t>
                      </a:r>
                      <a:endParaRPr lang="fr-FR" sz="1000"/>
                    </a:p>
                  </a:txBody>
                  <a:tcPr marL="50015" marR="50015" marT="25008" marB="25008" anchor="ctr"/>
                </a:tc>
                <a:tc>
                  <a:txBody>
                    <a:bodyPr/>
                    <a:lstStyle/>
                    <a:p>
                      <a:pPr>
                        <a:buNone/>
                      </a:pPr>
                      <a:r>
                        <a:rPr lang="fr-FR" sz="1000"/>
                        <a:t>Décimal pointé (ex : 192.168.1.1)</a:t>
                      </a:r>
                    </a:p>
                  </a:txBody>
                  <a:tcPr marL="50015" marR="50015" marT="25008" marB="25008" anchor="ctr"/>
                </a:tc>
                <a:tc>
                  <a:txBody>
                    <a:bodyPr/>
                    <a:lstStyle/>
                    <a:p>
                      <a:pPr>
                        <a:buNone/>
                      </a:pPr>
                      <a:r>
                        <a:rPr lang="fr-FR" sz="1000"/>
                        <a:t>Hexadécimal séparé par deux-points (ex : 2001:0db8::1)</a:t>
                      </a:r>
                    </a:p>
                  </a:txBody>
                  <a:tcPr marL="50015" marR="50015" marT="25008" marB="25008" anchor="ctr"/>
                </a:tc>
                <a:extLst>
                  <a:ext uri="{0D108BD9-81ED-4DB2-BD59-A6C34878D82A}">
                    <a16:rowId xmlns:a16="http://schemas.microsoft.com/office/drawing/2014/main" val="1642820483"/>
                  </a:ext>
                </a:extLst>
              </a:tr>
              <a:tr h="243485">
                <a:tc>
                  <a:txBody>
                    <a:bodyPr/>
                    <a:lstStyle/>
                    <a:p>
                      <a:pPr>
                        <a:buNone/>
                      </a:pPr>
                      <a:r>
                        <a:rPr lang="fr-FR" sz="1000" b="1"/>
                        <a:t>Nombre d'adresses</a:t>
                      </a:r>
                      <a:endParaRPr lang="fr-FR" sz="1000"/>
                    </a:p>
                  </a:txBody>
                  <a:tcPr marL="50015" marR="50015" marT="25008" marB="25008" anchor="ctr"/>
                </a:tc>
                <a:tc>
                  <a:txBody>
                    <a:bodyPr/>
                    <a:lstStyle/>
                    <a:p>
                      <a:pPr>
                        <a:buNone/>
                      </a:pPr>
                      <a:r>
                        <a:rPr lang="fr-FR" sz="1000"/>
                        <a:t>≈ 4,3 milliards</a:t>
                      </a:r>
                    </a:p>
                  </a:txBody>
                  <a:tcPr marL="50015" marR="50015" marT="25008" marB="25008" anchor="ctr"/>
                </a:tc>
                <a:tc>
                  <a:txBody>
                    <a:bodyPr/>
                    <a:lstStyle/>
                    <a:p>
                      <a:pPr>
                        <a:buNone/>
                      </a:pPr>
                      <a:r>
                        <a:rPr lang="fr-FR" sz="1000"/>
                        <a:t>≈ 3,4 × 10³⁸ (quasi illimité)</a:t>
                      </a:r>
                    </a:p>
                  </a:txBody>
                  <a:tcPr marL="50015" marR="50015" marT="25008" marB="25008" anchor="ctr"/>
                </a:tc>
                <a:extLst>
                  <a:ext uri="{0D108BD9-81ED-4DB2-BD59-A6C34878D82A}">
                    <a16:rowId xmlns:a16="http://schemas.microsoft.com/office/drawing/2014/main" val="129585897"/>
                  </a:ext>
                </a:extLst>
              </a:tr>
              <a:tr h="243485">
                <a:tc>
                  <a:txBody>
                    <a:bodyPr/>
                    <a:lstStyle/>
                    <a:p>
                      <a:pPr>
                        <a:buNone/>
                      </a:pPr>
                      <a:r>
                        <a:rPr lang="fr-FR" sz="1000" b="1"/>
                        <a:t>Notation</a:t>
                      </a:r>
                      <a:endParaRPr lang="fr-FR" sz="1000"/>
                    </a:p>
                  </a:txBody>
                  <a:tcPr marL="50015" marR="50015" marT="25008" marB="25008" anchor="ctr"/>
                </a:tc>
                <a:tc>
                  <a:txBody>
                    <a:bodyPr/>
                    <a:lstStyle/>
                    <a:p>
                      <a:pPr>
                        <a:buNone/>
                      </a:pPr>
                      <a:r>
                        <a:rPr lang="fr-FR" sz="1000"/>
                        <a:t>4 groupes de 8 bits</a:t>
                      </a:r>
                    </a:p>
                  </a:txBody>
                  <a:tcPr marL="50015" marR="50015" marT="25008" marB="25008" anchor="ctr"/>
                </a:tc>
                <a:tc>
                  <a:txBody>
                    <a:bodyPr/>
                    <a:lstStyle/>
                    <a:p>
                      <a:pPr>
                        <a:buNone/>
                      </a:pPr>
                      <a:r>
                        <a:rPr lang="fr-FR" sz="1000"/>
                        <a:t>8 groupes de 16 bits</a:t>
                      </a:r>
                    </a:p>
                  </a:txBody>
                  <a:tcPr marL="50015" marR="50015" marT="25008" marB="25008" anchor="ctr"/>
                </a:tc>
                <a:extLst>
                  <a:ext uri="{0D108BD9-81ED-4DB2-BD59-A6C34878D82A}">
                    <a16:rowId xmlns:a16="http://schemas.microsoft.com/office/drawing/2014/main" val="2896819140"/>
                  </a:ext>
                </a:extLst>
              </a:tr>
              <a:tr h="426806">
                <a:tc>
                  <a:txBody>
                    <a:bodyPr/>
                    <a:lstStyle/>
                    <a:p>
                      <a:pPr>
                        <a:buNone/>
                      </a:pPr>
                      <a:r>
                        <a:rPr lang="fr-FR" sz="1000" b="1"/>
                        <a:t>Configuration</a:t>
                      </a:r>
                      <a:endParaRPr lang="fr-FR" sz="1000"/>
                    </a:p>
                  </a:txBody>
                  <a:tcPr marL="50015" marR="50015" marT="25008" marB="25008" anchor="ctr"/>
                </a:tc>
                <a:tc>
                  <a:txBody>
                    <a:bodyPr/>
                    <a:lstStyle/>
                    <a:p>
                      <a:pPr>
                        <a:buNone/>
                      </a:pPr>
                      <a:r>
                        <a:rPr lang="fr-FR" sz="1000"/>
                        <a:t>Manuelle ou DHCP</a:t>
                      </a:r>
                    </a:p>
                  </a:txBody>
                  <a:tcPr marL="50015" marR="50015" marT="25008" marB="25008" anchor="ctr"/>
                </a:tc>
                <a:tc>
                  <a:txBody>
                    <a:bodyPr/>
                    <a:lstStyle/>
                    <a:p>
                      <a:pPr>
                        <a:buNone/>
                      </a:pPr>
                      <a:r>
                        <a:rPr lang="fr-FR" sz="1000"/>
                        <a:t>Auto-configuration (SLAAC) ou DHCPv6</a:t>
                      </a:r>
                    </a:p>
                  </a:txBody>
                  <a:tcPr marL="50015" marR="50015" marT="25008" marB="25008" anchor="ctr"/>
                </a:tc>
                <a:extLst>
                  <a:ext uri="{0D108BD9-81ED-4DB2-BD59-A6C34878D82A}">
                    <a16:rowId xmlns:a16="http://schemas.microsoft.com/office/drawing/2014/main" val="3134318997"/>
                  </a:ext>
                </a:extLst>
              </a:tr>
              <a:tr h="243485">
                <a:tc>
                  <a:txBody>
                    <a:bodyPr/>
                    <a:lstStyle/>
                    <a:p>
                      <a:pPr>
                        <a:buNone/>
                      </a:pPr>
                      <a:r>
                        <a:rPr lang="fr-FR" sz="1000" b="1"/>
                        <a:t>En-tête (header)</a:t>
                      </a:r>
                      <a:endParaRPr lang="fr-FR" sz="1000"/>
                    </a:p>
                  </a:txBody>
                  <a:tcPr marL="50015" marR="50015" marT="25008" marB="25008" anchor="ctr"/>
                </a:tc>
                <a:tc>
                  <a:txBody>
                    <a:bodyPr/>
                    <a:lstStyle/>
                    <a:p>
                      <a:pPr>
                        <a:buNone/>
                      </a:pPr>
                      <a:r>
                        <a:rPr lang="fr-FR" sz="1000"/>
                        <a:t>Complexe, variable (options)</a:t>
                      </a:r>
                    </a:p>
                  </a:txBody>
                  <a:tcPr marL="50015" marR="50015" marT="25008" marB="25008" anchor="ctr"/>
                </a:tc>
                <a:tc>
                  <a:txBody>
                    <a:bodyPr/>
                    <a:lstStyle/>
                    <a:p>
                      <a:pPr>
                        <a:buNone/>
                      </a:pPr>
                      <a:r>
                        <a:rPr lang="fr-FR" sz="1000"/>
                        <a:t>Simplifié, taille fixe (40 octets)</a:t>
                      </a:r>
                    </a:p>
                  </a:txBody>
                  <a:tcPr marL="50015" marR="50015" marT="25008" marB="25008" anchor="ctr"/>
                </a:tc>
                <a:extLst>
                  <a:ext uri="{0D108BD9-81ED-4DB2-BD59-A6C34878D82A}">
                    <a16:rowId xmlns:a16="http://schemas.microsoft.com/office/drawing/2014/main" val="3692161779"/>
                  </a:ext>
                </a:extLst>
              </a:tr>
              <a:tr h="426806">
                <a:tc>
                  <a:txBody>
                    <a:bodyPr/>
                    <a:lstStyle/>
                    <a:p>
                      <a:pPr>
                        <a:buNone/>
                      </a:pPr>
                      <a:r>
                        <a:rPr lang="fr-FR" sz="1000" b="1"/>
                        <a:t>Sécurité (IPsec)</a:t>
                      </a:r>
                      <a:endParaRPr lang="fr-FR" sz="1000"/>
                    </a:p>
                  </a:txBody>
                  <a:tcPr marL="50015" marR="50015" marT="25008" marB="25008" anchor="ctr"/>
                </a:tc>
                <a:tc>
                  <a:txBody>
                    <a:bodyPr/>
                    <a:lstStyle/>
                    <a:p>
                      <a:pPr>
                        <a:buNone/>
                      </a:pPr>
                      <a:r>
                        <a:rPr lang="fr-FR" sz="1000"/>
                        <a:t>Optionnelle</a:t>
                      </a:r>
                    </a:p>
                  </a:txBody>
                  <a:tcPr marL="50015" marR="50015" marT="25008" marB="25008" anchor="ctr"/>
                </a:tc>
                <a:tc>
                  <a:txBody>
                    <a:bodyPr/>
                    <a:lstStyle/>
                    <a:p>
                      <a:pPr>
                        <a:buNone/>
                      </a:pPr>
                      <a:r>
                        <a:rPr lang="fr-FR" sz="1000"/>
                        <a:t>Intégrée nativement dans le protocole</a:t>
                      </a:r>
                    </a:p>
                  </a:txBody>
                  <a:tcPr marL="50015" marR="50015" marT="25008" marB="25008" anchor="ctr"/>
                </a:tc>
                <a:extLst>
                  <a:ext uri="{0D108BD9-81ED-4DB2-BD59-A6C34878D82A}">
                    <a16:rowId xmlns:a16="http://schemas.microsoft.com/office/drawing/2014/main" val="40884230"/>
                  </a:ext>
                </a:extLst>
              </a:tr>
              <a:tr h="426806">
                <a:tc>
                  <a:txBody>
                    <a:bodyPr/>
                    <a:lstStyle/>
                    <a:p>
                      <a:pPr>
                        <a:buNone/>
                      </a:pPr>
                      <a:r>
                        <a:rPr lang="fr-FR" sz="1000" b="1"/>
                        <a:t>Broadcast</a:t>
                      </a:r>
                      <a:endParaRPr lang="fr-FR" sz="1000"/>
                    </a:p>
                  </a:txBody>
                  <a:tcPr marL="50015" marR="50015" marT="25008" marB="25008" anchor="ctr"/>
                </a:tc>
                <a:tc>
                  <a:txBody>
                    <a:bodyPr/>
                    <a:lstStyle/>
                    <a:p>
                      <a:pPr>
                        <a:buNone/>
                      </a:pPr>
                      <a:r>
                        <a:rPr lang="fr-FR" sz="1000"/>
                        <a:t>Utilisé</a:t>
                      </a:r>
                    </a:p>
                  </a:txBody>
                  <a:tcPr marL="50015" marR="50015" marT="25008" marB="25008" anchor="ctr"/>
                </a:tc>
                <a:tc>
                  <a:txBody>
                    <a:bodyPr/>
                    <a:lstStyle/>
                    <a:p>
                      <a:pPr>
                        <a:buNone/>
                      </a:pPr>
                      <a:r>
                        <a:rPr lang="fr-FR" sz="1000"/>
                        <a:t>Supprimé, remplacé par le multicast et l'anycast</a:t>
                      </a:r>
                    </a:p>
                  </a:txBody>
                  <a:tcPr marL="50015" marR="50015" marT="25008" marB="25008" anchor="ctr"/>
                </a:tc>
                <a:extLst>
                  <a:ext uri="{0D108BD9-81ED-4DB2-BD59-A6C34878D82A}">
                    <a16:rowId xmlns:a16="http://schemas.microsoft.com/office/drawing/2014/main" val="3101450310"/>
                  </a:ext>
                </a:extLst>
              </a:tr>
              <a:tr h="426806">
                <a:tc>
                  <a:txBody>
                    <a:bodyPr/>
                    <a:lstStyle/>
                    <a:p>
                      <a:pPr>
                        <a:buNone/>
                      </a:pPr>
                      <a:r>
                        <a:rPr lang="fr-FR" sz="1000" b="1"/>
                        <a:t>NAT (traduction d'adresse)</a:t>
                      </a:r>
                      <a:endParaRPr lang="fr-FR" sz="1000"/>
                    </a:p>
                  </a:txBody>
                  <a:tcPr marL="50015" marR="50015" marT="25008" marB="25008" anchor="ctr"/>
                </a:tc>
                <a:tc>
                  <a:txBody>
                    <a:bodyPr/>
                    <a:lstStyle/>
                    <a:p>
                      <a:pPr>
                        <a:buNone/>
                      </a:pPr>
                      <a:r>
                        <a:rPr lang="fr-FR" sz="1000"/>
                        <a:t>Très utilisé (pénurie d'adresses)</a:t>
                      </a:r>
                    </a:p>
                  </a:txBody>
                  <a:tcPr marL="50015" marR="50015" marT="25008" marB="25008" anchor="ctr"/>
                </a:tc>
                <a:tc>
                  <a:txBody>
                    <a:bodyPr/>
                    <a:lstStyle/>
                    <a:p>
                      <a:pPr>
                        <a:buNone/>
                      </a:pPr>
                      <a:r>
                        <a:rPr lang="fr-FR" sz="1000"/>
                        <a:t>Généralement inutile (adressage abondant)</a:t>
                      </a:r>
                    </a:p>
                  </a:txBody>
                  <a:tcPr marL="50015" marR="50015" marT="25008" marB="25008" anchor="ctr"/>
                </a:tc>
                <a:extLst>
                  <a:ext uri="{0D108BD9-81ED-4DB2-BD59-A6C34878D82A}">
                    <a16:rowId xmlns:a16="http://schemas.microsoft.com/office/drawing/2014/main" val="3671256467"/>
                  </a:ext>
                </a:extLst>
              </a:tr>
              <a:tr h="426806">
                <a:tc>
                  <a:txBody>
                    <a:bodyPr/>
                    <a:lstStyle/>
                    <a:p>
                      <a:pPr>
                        <a:buNone/>
                      </a:pPr>
                      <a:r>
                        <a:rPr lang="fr-FR" sz="1000" b="1"/>
                        <a:t>Fragmentation des paquets</a:t>
                      </a:r>
                      <a:endParaRPr lang="fr-FR" sz="1000"/>
                    </a:p>
                  </a:txBody>
                  <a:tcPr marL="50015" marR="50015" marT="25008" marB="25008" anchor="ctr"/>
                </a:tc>
                <a:tc>
                  <a:txBody>
                    <a:bodyPr/>
                    <a:lstStyle/>
                    <a:p>
                      <a:pPr>
                        <a:buNone/>
                      </a:pPr>
                      <a:r>
                        <a:rPr lang="fr-FR" sz="1000"/>
                        <a:t>Faite par les routeurs et l'émetteur</a:t>
                      </a:r>
                    </a:p>
                  </a:txBody>
                  <a:tcPr marL="50015" marR="50015" marT="25008" marB="25008" anchor="ctr"/>
                </a:tc>
                <a:tc>
                  <a:txBody>
                    <a:bodyPr/>
                    <a:lstStyle/>
                    <a:p>
                      <a:pPr>
                        <a:buNone/>
                      </a:pPr>
                      <a:r>
                        <a:rPr lang="fr-FR" sz="1000"/>
                        <a:t>Faite uniquement par l'émetteur (source)</a:t>
                      </a:r>
                    </a:p>
                  </a:txBody>
                  <a:tcPr marL="50015" marR="50015" marT="25008" marB="25008" anchor="ctr"/>
                </a:tc>
                <a:extLst>
                  <a:ext uri="{0D108BD9-81ED-4DB2-BD59-A6C34878D82A}">
                    <a16:rowId xmlns:a16="http://schemas.microsoft.com/office/drawing/2014/main" val="1112188894"/>
                  </a:ext>
                </a:extLst>
              </a:tr>
              <a:tr h="426806">
                <a:tc>
                  <a:txBody>
                    <a:bodyPr/>
                    <a:lstStyle/>
                    <a:p>
                      <a:pPr>
                        <a:buNone/>
                      </a:pPr>
                      <a:r>
                        <a:rPr lang="fr-FR" sz="1000" b="1"/>
                        <a:t>Qualité de service (QoS)</a:t>
                      </a:r>
                      <a:endParaRPr lang="fr-FR" sz="1000"/>
                    </a:p>
                  </a:txBody>
                  <a:tcPr marL="50015" marR="50015" marT="25008" marB="25008" anchor="ctr"/>
                </a:tc>
                <a:tc>
                  <a:txBody>
                    <a:bodyPr/>
                    <a:lstStyle/>
                    <a:p>
                      <a:pPr>
                        <a:buNone/>
                      </a:pPr>
                      <a:r>
                        <a:rPr lang="fr-FR" sz="1000"/>
                        <a:t>Limitée</a:t>
                      </a:r>
                    </a:p>
                  </a:txBody>
                  <a:tcPr marL="50015" marR="50015" marT="25008" marB="25008" anchor="ctr"/>
                </a:tc>
                <a:tc>
                  <a:txBody>
                    <a:bodyPr/>
                    <a:lstStyle/>
                    <a:p>
                      <a:pPr>
                        <a:buNone/>
                      </a:pPr>
                      <a:r>
                        <a:rPr lang="fr-FR" sz="1000"/>
                        <a:t>Améliorée grâce au champ "Flow Label"</a:t>
                      </a:r>
                    </a:p>
                  </a:txBody>
                  <a:tcPr marL="50015" marR="50015" marT="25008" marB="25008" anchor="ctr"/>
                </a:tc>
                <a:extLst>
                  <a:ext uri="{0D108BD9-81ED-4DB2-BD59-A6C34878D82A}">
                    <a16:rowId xmlns:a16="http://schemas.microsoft.com/office/drawing/2014/main" val="2579423650"/>
                  </a:ext>
                </a:extLst>
              </a:tr>
              <a:tr h="243485">
                <a:tc>
                  <a:txBody>
                    <a:bodyPr/>
                    <a:lstStyle/>
                    <a:p>
                      <a:pPr>
                        <a:buNone/>
                      </a:pPr>
                      <a:r>
                        <a:rPr lang="fr-FR" sz="1000" b="1"/>
                        <a:t>Résolution d'adresse</a:t>
                      </a:r>
                      <a:endParaRPr lang="fr-FR" sz="1000"/>
                    </a:p>
                  </a:txBody>
                  <a:tcPr marL="50015" marR="50015" marT="25008" marB="25008" anchor="ctr"/>
                </a:tc>
                <a:tc>
                  <a:txBody>
                    <a:bodyPr/>
                    <a:lstStyle/>
                    <a:p>
                      <a:pPr>
                        <a:buNone/>
                      </a:pPr>
                      <a:r>
                        <a:rPr lang="fr-FR" sz="1000"/>
                        <a:t>ARP (Address Resolution Protocol)</a:t>
                      </a:r>
                    </a:p>
                  </a:txBody>
                  <a:tcPr marL="50015" marR="50015" marT="25008" marB="25008" anchor="ctr"/>
                </a:tc>
                <a:tc>
                  <a:txBody>
                    <a:bodyPr/>
                    <a:lstStyle/>
                    <a:p>
                      <a:pPr>
                        <a:buNone/>
                      </a:pPr>
                      <a:r>
                        <a:rPr lang="fr-FR" sz="1000"/>
                        <a:t>NDP (Neighbor Discovery Protocol)</a:t>
                      </a:r>
                    </a:p>
                  </a:txBody>
                  <a:tcPr marL="50015" marR="50015" marT="25008" marB="25008" anchor="ctr"/>
                </a:tc>
                <a:extLst>
                  <a:ext uri="{0D108BD9-81ED-4DB2-BD59-A6C34878D82A}">
                    <a16:rowId xmlns:a16="http://schemas.microsoft.com/office/drawing/2014/main" val="1272306797"/>
                  </a:ext>
                </a:extLst>
              </a:tr>
              <a:tr h="426806">
                <a:tc>
                  <a:txBody>
                    <a:bodyPr/>
                    <a:lstStyle/>
                    <a:p>
                      <a:pPr>
                        <a:buNone/>
                      </a:pPr>
                      <a:r>
                        <a:rPr lang="fr-FR" sz="1000" b="1"/>
                        <a:t>Taille du checksum d'en-tête</a:t>
                      </a:r>
                      <a:endParaRPr lang="fr-FR" sz="1000"/>
                    </a:p>
                  </a:txBody>
                  <a:tcPr marL="50015" marR="50015" marT="25008" marB="25008" anchor="ctr"/>
                </a:tc>
                <a:tc>
                  <a:txBody>
                    <a:bodyPr/>
                    <a:lstStyle/>
                    <a:p>
                      <a:pPr>
                        <a:buNone/>
                      </a:pPr>
                      <a:r>
                        <a:rPr lang="fr-FR" sz="1000"/>
                        <a:t>Présent</a:t>
                      </a:r>
                    </a:p>
                  </a:txBody>
                  <a:tcPr marL="50015" marR="50015" marT="25008" marB="25008" anchor="ctr"/>
                </a:tc>
                <a:tc>
                  <a:txBody>
                    <a:bodyPr/>
                    <a:lstStyle/>
                    <a:p>
                      <a:pPr>
                        <a:buNone/>
                      </a:pPr>
                      <a:r>
                        <a:rPr lang="fr-FR" sz="1000"/>
                        <a:t>Supprimé (géré aux couches supérieures)</a:t>
                      </a:r>
                    </a:p>
                  </a:txBody>
                  <a:tcPr marL="50015" marR="50015" marT="25008" marB="25008" anchor="ctr"/>
                </a:tc>
                <a:extLst>
                  <a:ext uri="{0D108BD9-81ED-4DB2-BD59-A6C34878D82A}">
                    <a16:rowId xmlns:a16="http://schemas.microsoft.com/office/drawing/2014/main" val="2746904226"/>
                  </a:ext>
                </a:extLst>
              </a:tr>
              <a:tr h="426806">
                <a:tc>
                  <a:txBody>
                    <a:bodyPr/>
                    <a:lstStyle/>
                    <a:p>
                      <a:pPr>
                        <a:buNone/>
                      </a:pPr>
                      <a:r>
                        <a:rPr lang="fr-FR" sz="1000" b="1"/>
                        <a:t>Compatibilité</a:t>
                      </a:r>
                      <a:endParaRPr lang="fr-FR" sz="1000"/>
                    </a:p>
                  </a:txBody>
                  <a:tcPr marL="50015" marR="50015" marT="25008" marB="25008" anchor="ctr"/>
                </a:tc>
                <a:tc>
                  <a:txBody>
                    <a:bodyPr/>
                    <a:lstStyle/>
                    <a:p>
                      <a:pPr>
                        <a:buNone/>
                      </a:pPr>
                      <a:r>
                        <a:rPr lang="fr-FR" sz="1000"/>
                        <a:t>Très répandu, historique</a:t>
                      </a:r>
                    </a:p>
                  </a:txBody>
                  <a:tcPr marL="50015" marR="50015" marT="25008" marB="25008" anchor="ctr"/>
                </a:tc>
                <a:tc>
                  <a:txBody>
                    <a:bodyPr/>
                    <a:lstStyle/>
                    <a:p>
                      <a:pPr>
                        <a:buNone/>
                      </a:pPr>
                      <a:r>
                        <a:rPr lang="fr-FR" sz="1000" dirty="0"/>
                        <a:t>Déploiement progressif, coexistence avec IPv4</a:t>
                      </a:r>
                    </a:p>
                  </a:txBody>
                  <a:tcPr marL="50015" marR="50015" marT="25008" marB="25008" anchor="ctr"/>
                </a:tc>
                <a:extLst>
                  <a:ext uri="{0D108BD9-81ED-4DB2-BD59-A6C34878D82A}">
                    <a16:rowId xmlns:a16="http://schemas.microsoft.com/office/drawing/2014/main" val="1168512226"/>
                  </a:ext>
                </a:extLst>
              </a:tr>
            </a:tbl>
          </a:graphicData>
        </a:graphic>
      </p:graphicFrame>
    </p:spTree>
    <p:extLst>
      <p:ext uri="{BB962C8B-B14F-4D97-AF65-F5344CB8AC3E}">
        <p14:creationId xmlns:p14="http://schemas.microsoft.com/office/powerpoint/2010/main" val="1193244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877CC-4FC5-F3A3-5A7D-C3A0E64817BD}"/>
            </a:ext>
          </a:extLst>
        </p:cNvPr>
        <p:cNvGrpSpPr/>
        <p:nvPr/>
      </p:nvGrpSpPr>
      <p:grpSpPr>
        <a:xfrm>
          <a:off x="0" y="0"/>
          <a:ext cx="0" cy="0"/>
          <a:chOff x="0" y="0"/>
          <a:chExt cx="0" cy="0"/>
        </a:xfrm>
      </p:grpSpPr>
      <p:cxnSp>
        <p:nvCxnSpPr>
          <p:cNvPr id="15" name="Connecteur : en angle 14">
            <a:extLst>
              <a:ext uri="{FF2B5EF4-FFF2-40B4-BE49-F238E27FC236}">
                <a16:creationId xmlns:a16="http://schemas.microsoft.com/office/drawing/2014/main" id="{0BA0275A-2EB6-9EC7-DE8F-C08B5CC2F3CC}"/>
              </a:ext>
            </a:extLst>
          </p:cNvPr>
          <p:cNvCxnSpPr>
            <a:stCxn id="2" idx="0"/>
            <a:endCxn id="3" idx="1"/>
          </p:cNvCxnSpPr>
          <p:nvPr/>
        </p:nvCxnSpPr>
        <p:spPr>
          <a:xfrm rot="5400000" flipH="1" flipV="1">
            <a:off x="1715516" y="1472702"/>
            <a:ext cx="1753091" cy="1910324"/>
          </a:xfrm>
          <a:prstGeom prst="bentConnector2">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Connecteur : en angle 16">
            <a:extLst>
              <a:ext uri="{FF2B5EF4-FFF2-40B4-BE49-F238E27FC236}">
                <a16:creationId xmlns:a16="http://schemas.microsoft.com/office/drawing/2014/main" id="{8E5E4474-B6E5-100D-8A29-3D4FA7AD5F71}"/>
              </a:ext>
            </a:extLst>
          </p:cNvPr>
          <p:cNvCxnSpPr>
            <a:stCxn id="2" idx="0"/>
            <a:endCxn id="10" idx="1"/>
          </p:cNvCxnSpPr>
          <p:nvPr/>
        </p:nvCxnSpPr>
        <p:spPr>
          <a:xfrm rot="5400000" flipH="1" flipV="1">
            <a:off x="2410744" y="2167932"/>
            <a:ext cx="362632" cy="1910323"/>
          </a:xfrm>
          <a:prstGeom prst="bentConnector2">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 name="ZoneTexte 3">
            <a:extLst>
              <a:ext uri="{FF2B5EF4-FFF2-40B4-BE49-F238E27FC236}">
                <a16:creationId xmlns:a16="http://schemas.microsoft.com/office/drawing/2014/main" id="{A67C8495-E283-45A4-C7AD-A247F7417B9C}"/>
              </a:ext>
            </a:extLst>
          </p:cNvPr>
          <p:cNvSpPr txBox="1"/>
          <p:nvPr/>
        </p:nvSpPr>
        <p:spPr>
          <a:xfrm>
            <a:off x="985919" y="2836011"/>
            <a:ext cx="1301959" cy="261610"/>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wrap="none" rtlCol="0">
            <a:spAutoFit/>
          </a:bodyPr>
          <a:lstStyle/>
          <a:p>
            <a:pPr algn="ctr"/>
            <a:r>
              <a:rPr lang="fr-FR" sz="1100" dirty="0"/>
              <a:t>Adressage Machine</a:t>
            </a:r>
          </a:p>
        </p:txBody>
      </p:sp>
      <p:cxnSp>
        <p:nvCxnSpPr>
          <p:cNvPr id="25" name="Connecteur : en angle 24">
            <a:extLst>
              <a:ext uri="{FF2B5EF4-FFF2-40B4-BE49-F238E27FC236}">
                <a16:creationId xmlns:a16="http://schemas.microsoft.com/office/drawing/2014/main" id="{94FDEA7D-2AF5-F24E-2A8C-970B3C3C63AB}"/>
              </a:ext>
            </a:extLst>
          </p:cNvPr>
          <p:cNvCxnSpPr>
            <a:stCxn id="2" idx="2"/>
          </p:cNvCxnSpPr>
          <p:nvPr/>
        </p:nvCxnSpPr>
        <p:spPr>
          <a:xfrm rot="16200000" flipH="1">
            <a:off x="2155186" y="3543516"/>
            <a:ext cx="873749" cy="1910323"/>
          </a:xfrm>
          <a:prstGeom prst="bentConnector2">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 name="Titre 1">
            <a:extLst>
              <a:ext uri="{FF2B5EF4-FFF2-40B4-BE49-F238E27FC236}">
                <a16:creationId xmlns:a16="http://schemas.microsoft.com/office/drawing/2014/main" id="{713B9821-EA65-7EF0-F3C4-A7CC60794DC7}"/>
              </a:ext>
            </a:extLst>
          </p:cNvPr>
          <p:cNvSpPr>
            <a:spLocks noGrp="1"/>
          </p:cNvSpPr>
          <p:nvPr>
            <p:ph type="title"/>
          </p:nvPr>
        </p:nvSpPr>
        <p:spPr>
          <a:xfrm>
            <a:off x="161431" y="3304409"/>
            <a:ext cx="2950935" cy="757395"/>
          </a:xfrm>
          <a:ln/>
        </p:spPr>
        <p:style>
          <a:lnRef idx="2">
            <a:schemeClr val="dk1"/>
          </a:lnRef>
          <a:fillRef idx="1">
            <a:schemeClr val="lt1"/>
          </a:fillRef>
          <a:effectRef idx="0">
            <a:schemeClr val="dk1"/>
          </a:effectRef>
          <a:fontRef idx="minor">
            <a:schemeClr val="dk1"/>
          </a:fontRef>
        </p:style>
        <p:txBody>
          <a:bodyPr>
            <a:noAutofit/>
          </a:bodyPr>
          <a:lstStyle/>
          <a:p>
            <a:r>
              <a:rPr lang="fr-FR" sz="1000" b="1" dirty="0">
                <a:solidFill>
                  <a:srgbClr val="FF0000"/>
                </a:solidFill>
                <a:latin typeface="+mn-lt"/>
              </a:rPr>
              <a:t>Adressage Réseau </a:t>
            </a:r>
            <a:br>
              <a:rPr lang="fr-FR" sz="1000" dirty="0">
                <a:latin typeface="+mn-lt"/>
              </a:rPr>
            </a:br>
            <a:br>
              <a:rPr lang="fr-FR" sz="1000" dirty="0">
                <a:latin typeface="+mn-lt"/>
              </a:rPr>
            </a:br>
            <a:r>
              <a:rPr lang="fr-FR" sz="1000" i="1" dirty="0">
                <a:latin typeface="+mn-lt"/>
              </a:rPr>
              <a:t>L'adresse réseau est une identification unique du réseau. Chaque périphérique du même sous-réseau partage cette adresse réseau dans son adresse IP.</a:t>
            </a:r>
          </a:p>
        </p:txBody>
      </p:sp>
      <p:sp>
        <p:nvSpPr>
          <p:cNvPr id="3" name="Titre 1">
            <a:extLst>
              <a:ext uri="{FF2B5EF4-FFF2-40B4-BE49-F238E27FC236}">
                <a16:creationId xmlns:a16="http://schemas.microsoft.com/office/drawing/2014/main" id="{EDC54A1B-EF3D-2AAE-E321-F8C47D52B64F}"/>
              </a:ext>
            </a:extLst>
          </p:cNvPr>
          <p:cNvSpPr txBox="1">
            <a:spLocks/>
          </p:cNvSpPr>
          <p:nvPr/>
        </p:nvSpPr>
        <p:spPr>
          <a:xfrm>
            <a:off x="3547223" y="916027"/>
            <a:ext cx="2442759" cy="1270582"/>
          </a:xfrm>
          <a:prstGeom prst="rect">
            <a:avLst/>
          </a:prstGeom>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1100" b="1" dirty="0">
                <a:solidFill>
                  <a:srgbClr val="FFC000"/>
                </a:solidFill>
                <a:latin typeface="+mn-lt"/>
              </a:rPr>
              <a:t>Adressage MAC ou Physique</a:t>
            </a:r>
          </a:p>
          <a:p>
            <a:pPr algn="ctr"/>
            <a:endParaRPr lang="fr-FR" sz="1100" dirty="0">
              <a:latin typeface="+mn-lt"/>
            </a:endParaRPr>
          </a:p>
          <a:p>
            <a:r>
              <a:rPr lang="fr-FR" sz="1100" dirty="0">
                <a:latin typeface="+mn-lt"/>
              </a:rPr>
              <a:t>- 48 bits (6 octets)</a:t>
            </a:r>
          </a:p>
          <a:p>
            <a:r>
              <a:rPr lang="fr-FR" sz="1100" dirty="0">
                <a:latin typeface="+mn-lt"/>
              </a:rPr>
              <a:t>- TCPIP Couche  Accès réseau</a:t>
            </a:r>
          </a:p>
          <a:p>
            <a:r>
              <a:rPr lang="fr-FR" sz="1100" dirty="0">
                <a:latin typeface="+mn-lt"/>
              </a:rPr>
              <a:t>- OSI Couche Liaison de données</a:t>
            </a:r>
          </a:p>
        </p:txBody>
      </p:sp>
      <p:graphicFrame>
        <p:nvGraphicFramePr>
          <p:cNvPr id="5" name="Tableau 5">
            <a:extLst>
              <a:ext uri="{FF2B5EF4-FFF2-40B4-BE49-F238E27FC236}">
                <a16:creationId xmlns:a16="http://schemas.microsoft.com/office/drawing/2014/main" id="{BE76B5ED-2BCC-B0FD-D293-7667322B09C3}"/>
              </a:ext>
            </a:extLst>
          </p:cNvPr>
          <p:cNvGraphicFramePr>
            <a:graphicFrameLocks noGrp="1"/>
          </p:cNvGraphicFramePr>
          <p:nvPr/>
        </p:nvGraphicFramePr>
        <p:xfrm>
          <a:off x="3647151" y="1926508"/>
          <a:ext cx="2232964" cy="213360"/>
        </p:xfrm>
        <a:graphic>
          <a:graphicData uri="http://schemas.openxmlformats.org/drawingml/2006/table">
            <a:tbl>
              <a:tblPr firstRow="1" bandRow="1">
                <a:tableStyleId>{ED083AE6-46FA-4A59-8FB0-9F97EB10719F}</a:tableStyleId>
              </a:tblPr>
              <a:tblGrid>
                <a:gridCol w="1116482">
                  <a:extLst>
                    <a:ext uri="{9D8B030D-6E8A-4147-A177-3AD203B41FA5}">
                      <a16:colId xmlns:a16="http://schemas.microsoft.com/office/drawing/2014/main" val="3638689788"/>
                    </a:ext>
                  </a:extLst>
                </a:gridCol>
                <a:gridCol w="1116482">
                  <a:extLst>
                    <a:ext uri="{9D8B030D-6E8A-4147-A177-3AD203B41FA5}">
                      <a16:colId xmlns:a16="http://schemas.microsoft.com/office/drawing/2014/main" val="1947049555"/>
                    </a:ext>
                  </a:extLst>
                </a:gridCol>
              </a:tblGrid>
              <a:tr h="0">
                <a:tc>
                  <a:txBody>
                    <a:bodyPr/>
                    <a:lstStyle/>
                    <a:p>
                      <a:r>
                        <a:rPr lang="fr-FR" sz="800" b="0" dirty="0"/>
                        <a:t>Nom du constructeur </a:t>
                      </a:r>
                    </a:p>
                  </a:txBody>
                  <a:tcPr/>
                </a:tc>
                <a:tc>
                  <a:txBody>
                    <a:bodyPr/>
                    <a:lstStyle/>
                    <a:p>
                      <a:r>
                        <a:rPr lang="fr-FR" sz="800" b="0" dirty="0"/>
                        <a:t>Numéro de Série</a:t>
                      </a:r>
                    </a:p>
                  </a:txBody>
                  <a:tcPr/>
                </a:tc>
                <a:extLst>
                  <a:ext uri="{0D108BD9-81ED-4DB2-BD59-A6C34878D82A}">
                    <a16:rowId xmlns:a16="http://schemas.microsoft.com/office/drawing/2014/main" val="2131113628"/>
                  </a:ext>
                </a:extLst>
              </a:tr>
            </a:tbl>
          </a:graphicData>
        </a:graphic>
      </p:graphicFrame>
      <p:sp>
        <p:nvSpPr>
          <p:cNvPr id="6" name="ZoneTexte 5">
            <a:extLst>
              <a:ext uri="{FF2B5EF4-FFF2-40B4-BE49-F238E27FC236}">
                <a16:creationId xmlns:a16="http://schemas.microsoft.com/office/drawing/2014/main" id="{53471209-F130-AEBD-8A40-84F2E7DC0E05}"/>
              </a:ext>
            </a:extLst>
          </p:cNvPr>
          <p:cNvSpPr txBox="1"/>
          <p:nvPr/>
        </p:nvSpPr>
        <p:spPr>
          <a:xfrm>
            <a:off x="3907512" y="1711220"/>
            <a:ext cx="562975" cy="230832"/>
          </a:xfrm>
          <a:prstGeom prst="rect">
            <a:avLst/>
          </a:prstGeom>
          <a:noFill/>
        </p:spPr>
        <p:txBody>
          <a:bodyPr wrap="none" rtlCol="0">
            <a:spAutoFit/>
          </a:bodyPr>
          <a:lstStyle/>
          <a:p>
            <a:r>
              <a:rPr lang="fr-FR" sz="900" b="1" dirty="0">
                <a:solidFill>
                  <a:srgbClr val="FFC000"/>
                </a:solidFill>
              </a:rPr>
              <a:t>3 octets</a:t>
            </a:r>
          </a:p>
        </p:txBody>
      </p:sp>
      <p:sp>
        <p:nvSpPr>
          <p:cNvPr id="8" name="ZoneTexte 7">
            <a:extLst>
              <a:ext uri="{FF2B5EF4-FFF2-40B4-BE49-F238E27FC236}">
                <a16:creationId xmlns:a16="http://schemas.microsoft.com/office/drawing/2014/main" id="{03B246FC-B7A3-D0F0-3269-D5859494EC77}"/>
              </a:ext>
            </a:extLst>
          </p:cNvPr>
          <p:cNvSpPr txBox="1"/>
          <p:nvPr/>
        </p:nvSpPr>
        <p:spPr>
          <a:xfrm>
            <a:off x="4998395" y="1711245"/>
            <a:ext cx="562975" cy="230832"/>
          </a:xfrm>
          <a:prstGeom prst="rect">
            <a:avLst/>
          </a:prstGeom>
          <a:noFill/>
        </p:spPr>
        <p:txBody>
          <a:bodyPr wrap="none" rtlCol="0">
            <a:spAutoFit/>
          </a:bodyPr>
          <a:lstStyle/>
          <a:p>
            <a:r>
              <a:rPr lang="fr-FR" sz="900" b="1" dirty="0">
                <a:solidFill>
                  <a:srgbClr val="FFC000"/>
                </a:solidFill>
              </a:rPr>
              <a:t>3 octets</a:t>
            </a:r>
          </a:p>
        </p:txBody>
      </p:sp>
      <p:sp>
        <p:nvSpPr>
          <p:cNvPr id="9" name="Titre 1">
            <a:extLst>
              <a:ext uri="{FF2B5EF4-FFF2-40B4-BE49-F238E27FC236}">
                <a16:creationId xmlns:a16="http://schemas.microsoft.com/office/drawing/2014/main" id="{B776C09D-3E98-2FC0-B88A-30C85D4F14A0}"/>
              </a:ext>
            </a:extLst>
          </p:cNvPr>
          <p:cNvSpPr txBox="1">
            <a:spLocks/>
          </p:cNvSpPr>
          <p:nvPr/>
        </p:nvSpPr>
        <p:spPr>
          <a:xfrm>
            <a:off x="6482822" y="916027"/>
            <a:ext cx="5139333" cy="1270582"/>
          </a:xfrm>
          <a:prstGeom prst="rect">
            <a:avLst/>
          </a:prstGeom>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1200" dirty="0">
                <a:latin typeface="+mn-lt"/>
              </a:rPr>
              <a:t>Différents types d’adresse</a:t>
            </a:r>
          </a:p>
          <a:p>
            <a:endParaRPr lang="fr-FR" sz="1200" dirty="0">
              <a:latin typeface="+mn-lt"/>
            </a:endParaRPr>
          </a:p>
          <a:p>
            <a:pPr marL="171450" indent="-171450">
              <a:buFont typeface="Arial" panose="020B0604020202020204" pitchFamily="34" charset="0"/>
              <a:buChar char="•"/>
            </a:pPr>
            <a:r>
              <a:rPr lang="fr-FR" sz="1200" dirty="0">
                <a:latin typeface="+mn-lt"/>
              </a:rPr>
              <a:t>Adresse Broadcast (diffusion) : FF.FF.FF.FF.FF.FF  (1 partout)</a:t>
            </a:r>
          </a:p>
          <a:p>
            <a:pPr marL="171450" indent="-171450">
              <a:buFont typeface="Arial" panose="020B0604020202020204" pitchFamily="34" charset="0"/>
              <a:buChar char="•"/>
            </a:pPr>
            <a:r>
              <a:rPr lang="fr-FR" sz="1200" dirty="0">
                <a:latin typeface="+mn-lt"/>
              </a:rPr>
              <a:t>Adresse Multicast (groupe) : 01:00:5E:….</a:t>
            </a:r>
          </a:p>
          <a:p>
            <a:pPr marL="171450" indent="-171450">
              <a:buFont typeface="Arial" panose="020B0604020202020204" pitchFamily="34" charset="0"/>
              <a:buChar char="•"/>
            </a:pPr>
            <a:r>
              <a:rPr lang="fr-FR" sz="1200" dirty="0">
                <a:latin typeface="+mn-lt"/>
              </a:rPr>
              <a:t>Adresse Unicast (de machine à machine)</a:t>
            </a:r>
          </a:p>
        </p:txBody>
      </p:sp>
      <p:sp>
        <p:nvSpPr>
          <p:cNvPr id="10" name="Titre 1">
            <a:extLst>
              <a:ext uri="{FF2B5EF4-FFF2-40B4-BE49-F238E27FC236}">
                <a16:creationId xmlns:a16="http://schemas.microsoft.com/office/drawing/2014/main" id="{1F2447F9-CBD8-5DC1-4915-427F3D902A9D}"/>
              </a:ext>
            </a:extLst>
          </p:cNvPr>
          <p:cNvSpPr txBox="1">
            <a:spLocks/>
          </p:cNvSpPr>
          <p:nvPr/>
        </p:nvSpPr>
        <p:spPr>
          <a:xfrm>
            <a:off x="3547222" y="2306486"/>
            <a:ext cx="2442759" cy="1270582"/>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1000" b="1" dirty="0">
                <a:solidFill>
                  <a:schemeClr val="accent1"/>
                </a:solidFill>
                <a:latin typeface="+mn-lt"/>
              </a:rPr>
              <a:t>Adressage IP ou logique</a:t>
            </a:r>
          </a:p>
          <a:p>
            <a:pPr algn="ctr"/>
            <a:r>
              <a:rPr lang="fr-FR" sz="1000" b="1" dirty="0">
                <a:solidFill>
                  <a:schemeClr val="accent1"/>
                </a:solidFill>
                <a:latin typeface="+mn-lt"/>
              </a:rPr>
              <a:t>Trouver la machine</a:t>
            </a:r>
          </a:p>
          <a:p>
            <a:pPr algn="ctr"/>
            <a:endParaRPr lang="fr-FR" sz="1000" dirty="0">
              <a:latin typeface="+mn-lt"/>
            </a:endParaRPr>
          </a:p>
          <a:p>
            <a:r>
              <a:rPr lang="fr-FR" sz="1000" dirty="0">
                <a:latin typeface="+mn-lt"/>
              </a:rPr>
              <a:t>- 32 bits (4 x 8 bits) </a:t>
            </a:r>
            <a:r>
              <a:rPr lang="fr-FR" sz="1000" dirty="0">
                <a:latin typeface="+mn-lt"/>
                <a:sym typeface="Wingdings" panose="05000000000000000000" pitchFamily="2" charset="2"/>
              </a:rPr>
              <a:t> IPV4</a:t>
            </a:r>
            <a:endParaRPr lang="fr-FR" sz="1000" dirty="0">
              <a:latin typeface="+mn-lt"/>
            </a:endParaRPr>
          </a:p>
          <a:p>
            <a:r>
              <a:rPr lang="fr-FR" sz="1000" dirty="0">
                <a:latin typeface="+mn-lt"/>
              </a:rPr>
              <a:t>- TCPIP Couche Internet</a:t>
            </a:r>
          </a:p>
          <a:p>
            <a:r>
              <a:rPr lang="fr-FR" sz="1000" dirty="0">
                <a:latin typeface="+mn-lt"/>
              </a:rPr>
              <a:t>- OSI Couche Réseau</a:t>
            </a:r>
          </a:p>
        </p:txBody>
      </p:sp>
      <p:graphicFrame>
        <p:nvGraphicFramePr>
          <p:cNvPr id="11" name="Tableau 5">
            <a:extLst>
              <a:ext uri="{FF2B5EF4-FFF2-40B4-BE49-F238E27FC236}">
                <a16:creationId xmlns:a16="http://schemas.microsoft.com/office/drawing/2014/main" id="{B2CF17A3-6173-64E6-1553-18640795FC7C}"/>
              </a:ext>
            </a:extLst>
          </p:cNvPr>
          <p:cNvGraphicFramePr>
            <a:graphicFrameLocks noGrp="1"/>
          </p:cNvGraphicFramePr>
          <p:nvPr/>
        </p:nvGraphicFramePr>
        <p:xfrm>
          <a:off x="3647151" y="3186336"/>
          <a:ext cx="2232964" cy="335280"/>
        </p:xfrm>
        <a:graphic>
          <a:graphicData uri="http://schemas.openxmlformats.org/drawingml/2006/table">
            <a:tbl>
              <a:tblPr firstRow="1" bandRow="1">
                <a:tableStyleId>{BDBED569-4797-4DF1-A0F4-6AAB3CD982D8}</a:tableStyleId>
              </a:tblPr>
              <a:tblGrid>
                <a:gridCol w="973948">
                  <a:extLst>
                    <a:ext uri="{9D8B030D-6E8A-4147-A177-3AD203B41FA5}">
                      <a16:colId xmlns:a16="http://schemas.microsoft.com/office/drawing/2014/main" val="3638689788"/>
                    </a:ext>
                  </a:extLst>
                </a:gridCol>
                <a:gridCol w="1259016">
                  <a:extLst>
                    <a:ext uri="{9D8B030D-6E8A-4147-A177-3AD203B41FA5}">
                      <a16:colId xmlns:a16="http://schemas.microsoft.com/office/drawing/2014/main" val="1947049555"/>
                    </a:ext>
                  </a:extLst>
                </a:gridCol>
              </a:tblGrid>
              <a:tr h="230832">
                <a:tc>
                  <a:txBody>
                    <a:bodyPr/>
                    <a:lstStyle/>
                    <a:p>
                      <a:pPr algn="ctr"/>
                      <a:r>
                        <a:rPr lang="fr-FR" sz="800" b="0" dirty="0"/>
                        <a:t>Net id </a:t>
                      </a:r>
                    </a:p>
                    <a:p>
                      <a:pPr algn="ctr"/>
                      <a:r>
                        <a:rPr lang="fr-FR" sz="800" b="0" dirty="0"/>
                        <a:t>Adresse réseau</a:t>
                      </a:r>
                    </a:p>
                  </a:txBody>
                  <a:tcPr/>
                </a:tc>
                <a:tc>
                  <a:txBody>
                    <a:bodyPr/>
                    <a:lstStyle/>
                    <a:p>
                      <a:pPr algn="ctr"/>
                      <a:r>
                        <a:rPr lang="fr-FR" sz="800" b="0" dirty="0"/>
                        <a:t>Host Id</a:t>
                      </a:r>
                    </a:p>
                    <a:p>
                      <a:pPr algn="ctr"/>
                      <a:r>
                        <a:rPr lang="fr-FR" sz="800" b="0" dirty="0"/>
                        <a:t>Adresse machine</a:t>
                      </a:r>
                    </a:p>
                  </a:txBody>
                  <a:tcPr/>
                </a:tc>
                <a:extLst>
                  <a:ext uri="{0D108BD9-81ED-4DB2-BD59-A6C34878D82A}">
                    <a16:rowId xmlns:a16="http://schemas.microsoft.com/office/drawing/2014/main" val="2131113628"/>
                  </a:ext>
                </a:extLst>
              </a:tr>
            </a:tbl>
          </a:graphicData>
        </a:graphic>
      </p:graphicFrame>
      <p:sp>
        <p:nvSpPr>
          <p:cNvPr id="12" name="Titre 1">
            <a:extLst>
              <a:ext uri="{FF2B5EF4-FFF2-40B4-BE49-F238E27FC236}">
                <a16:creationId xmlns:a16="http://schemas.microsoft.com/office/drawing/2014/main" id="{B5F2A252-9BDA-1D04-CA83-563D64AF6CF5}"/>
              </a:ext>
            </a:extLst>
          </p:cNvPr>
          <p:cNvSpPr txBox="1">
            <a:spLocks/>
          </p:cNvSpPr>
          <p:nvPr/>
        </p:nvSpPr>
        <p:spPr>
          <a:xfrm>
            <a:off x="6482823" y="2306485"/>
            <a:ext cx="5139334" cy="2960579"/>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fr-FR" sz="1200" dirty="0">
              <a:latin typeface="+mn-lt"/>
            </a:endParaRPr>
          </a:p>
        </p:txBody>
      </p:sp>
      <p:sp>
        <p:nvSpPr>
          <p:cNvPr id="21" name="Titre 1">
            <a:extLst>
              <a:ext uri="{FF2B5EF4-FFF2-40B4-BE49-F238E27FC236}">
                <a16:creationId xmlns:a16="http://schemas.microsoft.com/office/drawing/2014/main" id="{EDE288A0-99E7-16CD-05FC-117131CD02D6}"/>
              </a:ext>
            </a:extLst>
          </p:cNvPr>
          <p:cNvSpPr txBox="1">
            <a:spLocks/>
          </p:cNvSpPr>
          <p:nvPr/>
        </p:nvSpPr>
        <p:spPr>
          <a:xfrm>
            <a:off x="165579" y="5824970"/>
            <a:ext cx="4398304" cy="757395"/>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1000" b="1" dirty="0">
                <a:solidFill>
                  <a:schemeClr val="bg1">
                    <a:lumMod val="75000"/>
                  </a:schemeClr>
                </a:solidFill>
                <a:latin typeface="+mn-lt"/>
              </a:rPr>
              <a:t>Masque de sous-réseau</a:t>
            </a:r>
          </a:p>
          <a:p>
            <a:r>
              <a:rPr lang="fr-FR" sz="1000" dirty="0">
                <a:solidFill>
                  <a:schemeClr val="bg1"/>
                </a:solidFill>
                <a:latin typeface="+mn-lt"/>
              </a:rPr>
              <a:t> </a:t>
            </a:r>
          </a:p>
          <a:p>
            <a:r>
              <a:rPr lang="fr-FR" sz="1000" dirty="0">
                <a:latin typeface="+mn-lt"/>
              </a:rPr>
              <a:t>Le masque de sous-réseau spécifie quelle partie de l'adresse IP correspond à la partie réseau et quelle est la partie hôte.</a:t>
            </a:r>
          </a:p>
          <a:p>
            <a:r>
              <a:rPr lang="fr-FR" sz="1000" b="1" dirty="0"/>
              <a:t>le masque dit où s'arrête le réseau et où commence l'hôte</a:t>
            </a:r>
            <a:endParaRPr lang="fr-FR" sz="1000" b="1" dirty="0">
              <a:latin typeface="+mn-lt"/>
            </a:endParaRPr>
          </a:p>
        </p:txBody>
      </p:sp>
      <p:sp>
        <p:nvSpPr>
          <p:cNvPr id="22" name="Titre 1">
            <a:extLst>
              <a:ext uri="{FF2B5EF4-FFF2-40B4-BE49-F238E27FC236}">
                <a16:creationId xmlns:a16="http://schemas.microsoft.com/office/drawing/2014/main" id="{65B15D13-1F1B-8B19-1118-B88F9D639525}"/>
              </a:ext>
            </a:extLst>
          </p:cNvPr>
          <p:cNvSpPr txBox="1">
            <a:spLocks/>
          </p:cNvSpPr>
          <p:nvPr/>
        </p:nvSpPr>
        <p:spPr>
          <a:xfrm>
            <a:off x="4998395" y="5860190"/>
            <a:ext cx="3052359" cy="463561"/>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1000" b="1" dirty="0">
                <a:solidFill>
                  <a:schemeClr val="accent3"/>
                </a:solidFill>
                <a:latin typeface="+mn-lt"/>
              </a:rPr>
              <a:t>Adresse réseau</a:t>
            </a:r>
          </a:p>
          <a:p>
            <a:pPr algn="ctr"/>
            <a:r>
              <a:rPr lang="fr-FR" sz="1000" b="0" i="0" dirty="0">
                <a:solidFill>
                  <a:srgbClr val="505050"/>
                </a:solidFill>
                <a:effectLst/>
                <a:latin typeface="+mn-lt"/>
              </a:rPr>
              <a:t> l'adresse où tous les bits d'hôte sont définis sur 0</a:t>
            </a:r>
          </a:p>
          <a:p>
            <a:pPr algn="ctr"/>
            <a:r>
              <a:rPr lang="fr-FR" sz="1000" dirty="0">
                <a:solidFill>
                  <a:srgbClr val="505050"/>
                </a:solidFill>
                <a:highlight>
                  <a:srgbClr val="FFFF00"/>
                </a:highlight>
                <a:latin typeface="+mn-lt"/>
              </a:rPr>
              <a:t>(On garde la partie réseau)</a:t>
            </a:r>
            <a:endParaRPr lang="fr-FR" sz="1000" dirty="0">
              <a:highlight>
                <a:srgbClr val="FFFF00"/>
              </a:highlight>
              <a:latin typeface="+mn-lt"/>
            </a:endParaRPr>
          </a:p>
        </p:txBody>
      </p:sp>
      <p:sp>
        <p:nvSpPr>
          <p:cNvPr id="23" name="Titre 1">
            <a:extLst>
              <a:ext uri="{FF2B5EF4-FFF2-40B4-BE49-F238E27FC236}">
                <a16:creationId xmlns:a16="http://schemas.microsoft.com/office/drawing/2014/main" id="{E373885B-850C-441A-6031-5703186093A5}"/>
              </a:ext>
            </a:extLst>
          </p:cNvPr>
          <p:cNvSpPr txBox="1">
            <a:spLocks/>
          </p:cNvSpPr>
          <p:nvPr/>
        </p:nvSpPr>
        <p:spPr>
          <a:xfrm>
            <a:off x="8440362" y="5860189"/>
            <a:ext cx="3181795" cy="540276"/>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fr-FR" sz="1000" b="1" dirty="0">
              <a:solidFill>
                <a:schemeClr val="accent3"/>
              </a:solidFill>
              <a:latin typeface="+mn-lt"/>
            </a:endParaRPr>
          </a:p>
          <a:p>
            <a:pPr algn="ctr"/>
            <a:r>
              <a:rPr lang="fr-FR" sz="1000" b="1" dirty="0">
                <a:solidFill>
                  <a:schemeClr val="accent3"/>
                </a:solidFill>
                <a:latin typeface="+mn-lt"/>
              </a:rPr>
              <a:t>Adresse de broadcast ou de diffusion</a:t>
            </a:r>
          </a:p>
          <a:p>
            <a:pPr algn="ctr"/>
            <a:r>
              <a:rPr lang="fr-FR" sz="1000" b="0" i="0" dirty="0">
                <a:solidFill>
                  <a:srgbClr val="505050"/>
                </a:solidFill>
                <a:effectLst/>
                <a:latin typeface="+mn-lt"/>
              </a:rPr>
              <a:t> l'adresse où tous les bits d'hôte sont mis à 1</a:t>
            </a:r>
          </a:p>
          <a:p>
            <a:pPr algn="ctr"/>
            <a:r>
              <a:rPr lang="fr-FR" sz="1000" dirty="0">
                <a:solidFill>
                  <a:srgbClr val="505050"/>
                </a:solidFill>
                <a:highlight>
                  <a:srgbClr val="FFFF00"/>
                </a:highlight>
                <a:latin typeface="+mn-lt"/>
              </a:rPr>
              <a:t>(On garde la partie réseau)</a:t>
            </a:r>
            <a:endParaRPr lang="fr-FR" sz="1000" dirty="0">
              <a:highlight>
                <a:srgbClr val="FFFF00"/>
              </a:highlight>
              <a:latin typeface="+mn-lt"/>
            </a:endParaRPr>
          </a:p>
          <a:p>
            <a:pPr algn="ctr"/>
            <a:r>
              <a:rPr lang="fr-FR" sz="1000" b="0" i="0" dirty="0">
                <a:solidFill>
                  <a:srgbClr val="505050"/>
                </a:solidFill>
                <a:effectLst/>
                <a:latin typeface="+mn-lt"/>
              </a:rPr>
              <a:t>.</a:t>
            </a:r>
            <a:endParaRPr lang="fr-FR" sz="1000" dirty="0">
              <a:latin typeface="+mn-lt"/>
            </a:endParaRPr>
          </a:p>
        </p:txBody>
      </p:sp>
      <p:sp>
        <p:nvSpPr>
          <p:cNvPr id="26" name="Titre 1">
            <a:extLst>
              <a:ext uri="{FF2B5EF4-FFF2-40B4-BE49-F238E27FC236}">
                <a16:creationId xmlns:a16="http://schemas.microsoft.com/office/drawing/2014/main" id="{8B44CE92-05FD-365E-38B4-194DD10A4D61}"/>
              </a:ext>
            </a:extLst>
          </p:cNvPr>
          <p:cNvSpPr txBox="1">
            <a:spLocks/>
          </p:cNvSpPr>
          <p:nvPr/>
        </p:nvSpPr>
        <p:spPr>
          <a:xfrm>
            <a:off x="7354858" y="6662666"/>
            <a:ext cx="2922863" cy="166788"/>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900" dirty="0">
                <a:solidFill>
                  <a:schemeClr val="accent3"/>
                </a:solidFill>
                <a:latin typeface="+mn-lt"/>
              </a:rPr>
              <a:t>     </a:t>
            </a:r>
            <a:r>
              <a:rPr lang="fr-FR" sz="900" b="1" dirty="0">
                <a:solidFill>
                  <a:schemeClr val="tx1">
                    <a:lumMod val="50000"/>
                    <a:lumOff val="50000"/>
                  </a:schemeClr>
                </a:solidFill>
                <a:latin typeface="+mn-lt"/>
              </a:rPr>
              <a:t>Adresse inutilisable avec le masque de sous-réseau</a:t>
            </a:r>
          </a:p>
        </p:txBody>
      </p:sp>
      <p:pic>
        <p:nvPicPr>
          <p:cNvPr id="28" name="Graphique 27" descr="Interdit avec un remplissage uni">
            <a:extLst>
              <a:ext uri="{FF2B5EF4-FFF2-40B4-BE49-F238E27FC236}">
                <a16:creationId xmlns:a16="http://schemas.microsoft.com/office/drawing/2014/main" id="{C03850AD-EAC4-D423-1A8C-A1070CC2951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54858" y="6582365"/>
            <a:ext cx="253112" cy="253112"/>
          </a:xfrm>
          <a:prstGeom prst="rect">
            <a:avLst/>
          </a:prstGeom>
        </p:spPr>
      </p:pic>
      <p:pic>
        <p:nvPicPr>
          <p:cNvPr id="29" name="Graphique 28" descr="Interdit avec un remplissage uni">
            <a:extLst>
              <a:ext uri="{FF2B5EF4-FFF2-40B4-BE49-F238E27FC236}">
                <a16:creationId xmlns:a16="http://schemas.microsoft.com/office/drawing/2014/main" id="{C3B0FBF0-186F-E0A8-FB69-2BDB83B2C4D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851763" y="5707446"/>
            <a:ext cx="379718" cy="379718"/>
          </a:xfrm>
          <a:prstGeom prst="rect">
            <a:avLst/>
          </a:prstGeom>
        </p:spPr>
      </p:pic>
      <p:pic>
        <p:nvPicPr>
          <p:cNvPr id="30" name="Graphique 29" descr="Interdit avec un remplissage uni">
            <a:extLst>
              <a:ext uri="{FF2B5EF4-FFF2-40B4-BE49-F238E27FC236}">
                <a16:creationId xmlns:a16="http://schemas.microsoft.com/office/drawing/2014/main" id="{3258B751-121C-FB4D-CF0C-295F142AF28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294589" y="5707446"/>
            <a:ext cx="379718" cy="379718"/>
          </a:xfrm>
          <a:prstGeom prst="rect">
            <a:avLst/>
          </a:prstGeom>
        </p:spPr>
      </p:pic>
      <p:sp>
        <p:nvSpPr>
          <p:cNvPr id="35" name="Titre 1">
            <a:extLst>
              <a:ext uri="{FF2B5EF4-FFF2-40B4-BE49-F238E27FC236}">
                <a16:creationId xmlns:a16="http://schemas.microsoft.com/office/drawing/2014/main" id="{6AAEAE5A-B408-618E-FEBC-86C9D8F89956}"/>
              </a:ext>
            </a:extLst>
          </p:cNvPr>
          <p:cNvSpPr txBox="1">
            <a:spLocks/>
          </p:cNvSpPr>
          <p:nvPr/>
        </p:nvSpPr>
        <p:spPr>
          <a:xfrm>
            <a:off x="161431" y="114674"/>
            <a:ext cx="6983648" cy="681477"/>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r>
              <a:rPr lang="fr-FR" sz="1800" dirty="0"/>
              <a:t>Adressage réseau et masque de sous-réseau</a:t>
            </a:r>
            <a:endParaRPr lang="fr-FR" sz="1200" dirty="0"/>
          </a:p>
        </p:txBody>
      </p:sp>
      <p:cxnSp>
        <p:nvCxnSpPr>
          <p:cNvPr id="37" name="Connecteur droit avec flèche 36">
            <a:extLst>
              <a:ext uri="{FF2B5EF4-FFF2-40B4-BE49-F238E27FC236}">
                <a16:creationId xmlns:a16="http://schemas.microsoft.com/office/drawing/2014/main" id="{E3EC6530-13BB-77FF-25F3-C24055396181}"/>
              </a:ext>
            </a:extLst>
          </p:cNvPr>
          <p:cNvCxnSpPr>
            <a:cxnSpLocks/>
            <a:stCxn id="3" idx="3"/>
            <a:endCxn id="9" idx="1"/>
          </p:cNvCxnSpPr>
          <p:nvPr/>
        </p:nvCxnSpPr>
        <p:spPr>
          <a:xfrm>
            <a:off x="5989982" y="1551318"/>
            <a:ext cx="492840" cy="0"/>
          </a:xfrm>
          <a:prstGeom prst="straightConnector1">
            <a:avLst/>
          </a:prstGeom>
          <a:ln w="28575"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Connecteur droit avec flèche 38">
            <a:extLst>
              <a:ext uri="{FF2B5EF4-FFF2-40B4-BE49-F238E27FC236}">
                <a16:creationId xmlns:a16="http://schemas.microsoft.com/office/drawing/2014/main" id="{F9267DD9-3D09-661E-5A91-A0ED02C0CB7C}"/>
              </a:ext>
            </a:extLst>
          </p:cNvPr>
          <p:cNvCxnSpPr/>
          <p:nvPr/>
        </p:nvCxnSpPr>
        <p:spPr>
          <a:xfrm>
            <a:off x="5989982" y="2966816"/>
            <a:ext cx="492841" cy="0"/>
          </a:xfrm>
          <a:prstGeom prst="straightConnector1">
            <a:avLst/>
          </a:prstGeom>
          <a:ln w="2857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0" name="Titre 1">
            <a:extLst>
              <a:ext uri="{FF2B5EF4-FFF2-40B4-BE49-F238E27FC236}">
                <a16:creationId xmlns:a16="http://schemas.microsoft.com/office/drawing/2014/main" id="{122B8BBB-B8FB-63F7-FCE5-FF93FB7C13D7}"/>
              </a:ext>
            </a:extLst>
          </p:cNvPr>
          <p:cNvSpPr txBox="1">
            <a:spLocks/>
          </p:cNvSpPr>
          <p:nvPr/>
        </p:nvSpPr>
        <p:spPr>
          <a:xfrm>
            <a:off x="3542253" y="4354306"/>
            <a:ext cx="2442759" cy="1080482"/>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1000" b="1" dirty="0">
                <a:solidFill>
                  <a:schemeClr val="tx1">
                    <a:lumMod val="50000"/>
                    <a:lumOff val="50000"/>
                  </a:schemeClr>
                </a:solidFill>
                <a:latin typeface="+mn-lt"/>
              </a:rPr>
              <a:t>Adressage Applicative ou Port</a:t>
            </a:r>
          </a:p>
          <a:p>
            <a:pPr algn="ctr"/>
            <a:r>
              <a:rPr lang="fr-FR" sz="1000" b="1" dirty="0">
                <a:solidFill>
                  <a:schemeClr val="tx1">
                    <a:lumMod val="50000"/>
                    <a:lumOff val="50000"/>
                  </a:schemeClr>
                </a:solidFill>
                <a:latin typeface="+mn-lt"/>
              </a:rPr>
              <a:t>Trouver une application sur la machine </a:t>
            </a:r>
          </a:p>
          <a:p>
            <a:pPr algn="ctr"/>
            <a:endParaRPr lang="fr-FR" sz="1000" dirty="0">
              <a:latin typeface="+mn-lt"/>
            </a:endParaRPr>
          </a:p>
          <a:p>
            <a:r>
              <a:rPr lang="fr-FR" sz="1000" dirty="0">
                <a:latin typeface="+mn-lt"/>
              </a:rPr>
              <a:t>- 2 octets  </a:t>
            </a:r>
          </a:p>
          <a:p>
            <a:r>
              <a:rPr lang="fr-FR" sz="1000" dirty="0">
                <a:latin typeface="+mn-lt"/>
              </a:rPr>
              <a:t>1 à 1024 : ports réservés</a:t>
            </a:r>
          </a:p>
          <a:p>
            <a:pPr marL="171450" indent="-171450">
              <a:buFont typeface="Wingdings" panose="05000000000000000000" pitchFamily="2" charset="2"/>
              <a:buChar char="Ø"/>
            </a:pPr>
            <a:r>
              <a:rPr lang="fr-FR" sz="1000" dirty="0">
                <a:latin typeface="+mn-lt"/>
              </a:rPr>
              <a:t>65535 : ports libres </a:t>
            </a:r>
          </a:p>
          <a:p>
            <a:r>
              <a:rPr lang="fr-FR" sz="1000" dirty="0">
                <a:latin typeface="+mn-lt"/>
              </a:rPr>
              <a:t>- Couche Transport</a:t>
            </a:r>
          </a:p>
        </p:txBody>
      </p:sp>
      <p:sp>
        <p:nvSpPr>
          <p:cNvPr id="7" name="ZoneTexte 6">
            <a:extLst>
              <a:ext uri="{FF2B5EF4-FFF2-40B4-BE49-F238E27FC236}">
                <a16:creationId xmlns:a16="http://schemas.microsoft.com/office/drawing/2014/main" id="{127336D7-8B51-5B48-C6EF-21A78840D6F3}"/>
              </a:ext>
            </a:extLst>
          </p:cNvPr>
          <p:cNvSpPr txBox="1"/>
          <p:nvPr/>
        </p:nvSpPr>
        <p:spPr>
          <a:xfrm>
            <a:off x="985919" y="4244903"/>
            <a:ext cx="1438214" cy="261610"/>
          </a:xfrm>
          <a:prstGeom prst="rect">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pPr algn="ctr"/>
            <a:r>
              <a:rPr lang="fr-FR" sz="1100" dirty="0"/>
              <a:t>Adressage Applicative</a:t>
            </a:r>
          </a:p>
        </p:txBody>
      </p:sp>
      <p:sp>
        <p:nvSpPr>
          <p:cNvPr id="16" name="Espace réservé du numéro de diapositive 15">
            <a:extLst>
              <a:ext uri="{FF2B5EF4-FFF2-40B4-BE49-F238E27FC236}">
                <a16:creationId xmlns:a16="http://schemas.microsoft.com/office/drawing/2014/main" id="{DE017DD4-AB56-5152-5FD4-8649ADD4A677}"/>
              </a:ext>
            </a:extLst>
          </p:cNvPr>
          <p:cNvSpPr>
            <a:spLocks noGrp="1"/>
          </p:cNvSpPr>
          <p:nvPr>
            <p:ph type="sldNum" sz="quarter" idx="12"/>
          </p:nvPr>
        </p:nvSpPr>
        <p:spPr/>
        <p:txBody>
          <a:bodyPr/>
          <a:lstStyle/>
          <a:p>
            <a:fld id="{A1788E4B-14DA-4295-B966-6520CEF7CCFD}" type="slidenum">
              <a:rPr lang="fr-FR" smtClean="0"/>
              <a:t>15</a:t>
            </a:fld>
            <a:endParaRPr lang="fr-FR"/>
          </a:p>
        </p:txBody>
      </p:sp>
      <p:pic>
        <p:nvPicPr>
          <p:cNvPr id="27" name="Image 26">
            <a:extLst>
              <a:ext uri="{FF2B5EF4-FFF2-40B4-BE49-F238E27FC236}">
                <a16:creationId xmlns:a16="http://schemas.microsoft.com/office/drawing/2014/main" id="{428CDF5D-8952-ADEA-E68C-1B3A598A0EE9}"/>
              </a:ext>
            </a:extLst>
          </p:cNvPr>
          <p:cNvPicPr>
            <a:picLocks noChangeAspect="1"/>
          </p:cNvPicPr>
          <p:nvPr/>
        </p:nvPicPr>
        <p:blipFill>
          <a:blip r:embed="rId3"/>
          <a:stretch>
            <a:fillRect/>
          </a:stretch>
        </p:blipFill>
        <p:spPr>
          <a:xfrm>
            <a:off x="6631436" y="2349561"/>
            <a:ext cx="4574645" cy="2874425"/>
          </a:xfrm>
          <a:prstGeom prst="rect">
            <a:avLst/>
          </a:prstGeom>
        </p:spPr>
      </p:pic>
      <p:sp>
        <p:nvSpPr>
          <p:cNvPr id="13" name="Rectangle 12">
            <a:extLst>
              <a:ext uri="{FF2B5EF4-FFF2-40B4-BE49-F238E27FC236}">
                <a16:creationId xmlns:a16="http://schemas.microsoft.com/office/drawing/2014/main" id="{84823480-8A74-3F89-1AE4-415790AF3907}"/>
              </a:ext>
            </a:extLst>
          </p:cNvPr>
          <p:cNvSpPr/>
          <p:nvPr/>
        </p:nvSpPr>
        <p:spPr>
          <a:xfrm>
            <a:off x="7509968" y="971241"/>
            <a:ext cx="2831224" cy="923330"/>
          </a:xfrm>
          <a:prstGeom prst="rect">
            <a:avLst/>
          </a:prstGeom>
          <a:noFill/>
        </p:spPr>
        <p:txBody>
          <a:bodyPr wrap="none" lIns="91440" tIns="45720" rIns="91440" bIns="45720">
            <a:spAutoFit/>
          </a:bodyPr>
          <a:lstStyle/>
          <a:p>
            <a:pPr algn="ctr"/>
            <a:r>
              <a:rPr lang="fr-FR" sz="5400" b="1" dirty="0">
                <a:ln w="22225">
                  <a:solidFill>
                    <a:schemeClr val="accent2"/>
                  </a:solidFill>
                  <a:prstDash val="solid"/>
                </a:ln>
                <a:solidFill>
                  <a:schemeClr val="accent2">
                    <a:lumMod val="40000"/>
                    <a:lumOff val="60000"/>
                  </a:schemeClr>
                </a:solidFill>
              </a:rPr>
              <a:t>A </a:t>
            </a:r>
            <a:r>
              <a:rPr lang="fr-FR" sz="5400" b="1" dirty="0" err="1">
                <a:ln w="22225">
                  <a:solidFill>
                    <a:schemeClr val="accent2"/>
                  </a:solidFill>
                  <a:prstDash val="solid"/>
                </a:ln>
                <a:solidFill>
                  <a:schemeClr val="accent2">
                    <a:lumMod val="40000"/>
                    <a:lumOff val="60000"/>
                  </a:schemeClr>
                </a:solidFill>
              </a:rPr>
              <a:t>verifier</a:t>
            </a:r>
            <a:endParaRPr lang="fr-FR" sz="5400" b="1" dirty="0">
              <a:ln w="22225">
                <a:solidFill>
                  <a:schemeClr val="accent2"/>
                </a:solidFill>
                <a:prstDash val="solid"/>
              </a:ln>
              <a:solidFill>
                <a:schemeClr val="accent2">
                  <a:lumMod val="40000"/>
                  <a:lumOff val="60000"/>
                </a:schemeClr>
              </a:solidFill>
            </a:endParaRPr>
          </a:p>
        </p:txBody>
      </p:sp>
      <p:sp>
        <p:nvSpPr>
          <p:cNvPr id="18" name="Rectangle 17">
            <a:extLst>
              <a:ext uri="{FF2B5EF4-FFF2-40B4-BE49-F238E27FC236}">
                <a16:creationId xmlns:a16="http://schemas.microsoft.com/office/drawing/2014/main" id="{3DC40EF4-593E-B1FA-6116-1D22C0F530AA}"/>
              </a:ext>
            </a:extLst>
          </p:cNvPr>
          <p:cNvSpPr/>
          <p:nvPr/>
        </p:nvSpPr>
        <p:spPr>
          <a:xfrm>
            <a:off x="5093257" y="5548625"/>
            <a:ext cx="2831224" cy="923330"/>
          </a:xfrm>
          <a:prstGeom prst="rect">
            <a:avLst/>
          </a:prstGeom>
          <a:noFill/>
        </p:spPr>
        <p:txBody>
          <a:bodyPr wrap="none" lIns="91440" tIns="45720" rIns="91440" bIns="45720">
            <a:spAutoFit/>
          </a:bodyPr>
          <a:lstStyle/>
          <a:p>
            <a:pPr algn="ctr"/>
            <a:r>
              <a:rPr lang="fr-FR" sz="5400" b="1" dirty="0">
                <a:ln w="22225">
                  <a:solidFill>
                    <a:schemeClr val="accent2"/>
                  </a:solidFill>
                  <a:prstDash val="solid"/>
                </a:ln>
                <a:solidFill>
                  <a:schemeClr val="accent2">
                    <a:lumMod val="40000"/>
                    <a:lumOff val="60000"/>
                  </a:schemeClr>
                </a:solidFill>
              </a:rPr>
              <a:t>A </a:t>
            </a:r>
            <a:r>
              <a:rPr lang="fr-FR" sz="5400" b="1" dirty="0" err="1">
                <a:ln w="22225">
                  <a:solidFill>
                    <a:schemeClr val="accent2"/>
                  </a:solidFill>
                  <a:prstDash val="solid"/>
                </a:ln>
                <a:solidFill>
                  <a:schemeClr val="accent2">
                    <a:lumMod val="40000"/>
                    <a:lumOff val="60000"/>
                  </a:schemeClr>
                </a:solidFill>
              </a:rPr>
              <a:t>verifier</a:t>
            </a:r>
            <a:endParaRPr lang="fr-FR" sz="5400" b="1" dirty="0">
              <a:ln w="22225">
                <a:solidFill>
                  <a:schemeClr val="accent2"/>
                </a:solidFill>
                <a:prstDash val="solid"/>
              </a:ln>
              <a:solidFill>
                <a:schemeClr val="accent2">
                  <a:lumMod val="40000"/>
                  <a:lumOff val="60000"/>
                </a:schemeClr>
              </a:solidFill>
            </a:endParaRPr>
          </a:p>
        </p:txBody>
      </p:sp>
      <p:sp>
        <p:nvSpPr>
          <p:cNvPr id="20" name="Rectangle 19">
            <a:extLst>
              <a:ext uri="{FF2B5EF4-FFF2-40B4-BE49-F238E27FC236}">
                <a16:creationId xmlns:a16="http://schemas.microsoft.com/office/drawing/2014/main" id="{02B249AB-430D-7B87-A031-521DF0DBA3C1}"/>
              </a:ext>
            </a:extLst>
          </p:cNvPr>
          <p:cNvSpPr/>
          <p:nvPr/>
        </p:nvSpPr>
        <p:spPr>
          <a:xfrm>
            <a:off x="8790931" y="5554011"/>
            <a:ext cx="2831224" cy="923330"/>
          </a:xfrm>
          <a:prstGeom prst="rect">
            <a:avLst/>
          </a:prstGeom>
          <a:noFill/>
        </p:spPr>
        <p:txBody>
          <a:bodyPr wrap="none" lIns="91440" tIns="45720" rIns="91440" bIns="45720">
            <a:spAutoFit/>
          </a:bodyPr>
          <a:lstStyle/>
          <a:p>
            <a:pPr algn="ctr"/>
            <a:r>
              <a:rPr lang="fr-FR" sz="5400" b="1" dirty="0">
                <a:ln w="22225">
                  <a:solidFill>
                    <a:schemeClr val="accent2"/>
                  </a:solidFill>
                  <a:prstDash val="solid"/>
                </a:ln>
                <a:solidFill>
                  <a:schemeClr val="accent2">
                    <a:lumMod val="40000"/>
                    <a:lumOff val="60000"/>
                  </a:schemeClr>
                </a:solidFill>
              </a:rPr>
              <a:t>A </a:t>
            </a:r>
            <a:r>
              <a:rPr lang="fr-FR" sz="5400" b="1" dirty="0" err="1">
                <a:ln w="22225">
                  <a:solidFill>
                    <a:schemeClr val="accent2"/>
                  </a:solidFill>
                  <a:prstDash val="solid"/>
                </a:ln>
                <a:solidFill>
                  <a:schemeClr val="accent2">
                    <a:lumMod val="40000"/>
                    <a:lumOff val="60000"/>
                  </a:schemeClr>
                </a:solidFill>
              </a:rPr>
              <a:t>verifier</a:t>
            </a:r>
            <a:endParaRPr lang="fr-FR" sz="5400" b="1" dirty="0">
              <a:ln w="22225">
                <a:solidFill>
                  <a:schemeClr val="accent2"/>
                </a:solidFill>
                <a:prstDash val="solid"/>
              </a:ln>
              <a:solidFill>
                <a:schemeClr val="accent2">
                  <a:lumMod val="40000"/>
                  <a:lumOff val="60000"/>
                </a:schemeClr>
              </a:solidFill>
            </a:endParaRPr>
          </a:p>
        </p:txBody>
      </p:sp>
      <p:sp>
        <p:nvSpPr>
          <p:cNvPr id="14" name="ZoneTexte 13">
            <a:extLst>
              <a:ext uri="{FF2B5EF4-FFF2-40B4-BE49-F238E27FC236}">
                <a16:creationId xmlns:a16="http://schemas.microsoft.com/office/drawing/2014/main" id="{3EC079FC-9857-892C-954E-12F075BFC924}"/>
              </a:ext>
            </a:extLst>
          </p:cNvPr>
          <p:cNvSpPr txBox="1"/>
          <p:nvPr/>
        </p:nvSpPr>
        <p:spPr>
          <a:xfrm>
            <a:off x="563659" y="2252803"/>
            <a:ext cx="2146478" cy="276999"/>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fr-FR" sz="1200" dirty="0"/>
              <a:t>L’adresse IP identifie la machine</a:t>
            </a:r>
          </a:p>
        </p:txBody>
      </p:sp>
      <p:sp>
        <p:nvSpPr>
          <p:cNvPr id="24" name="ZoneTexte 23">
            <a:extLst>
              <a:ext uri="{FF2B5EF4-FFF2-40B4-BE49-F238E27FC236}">
                <a16:creationId xmlns:a16="http://schemas.microsoft.com/office/drawing/2014/main" id="{DE4D8B7E-A212-9B6F-8D46-8360EFA2F92E}"/>
              </a:ext>
            </a:extLst>
          </p:cNvPr>
          <p:cNvSpPr txBox="1"/>
          <p:nvPr/>
        </p:nvSpPr>
        <p:spPr>
          <a:xfrm>
            <a:off x="658041" y="4626526"/>
            <a:ext cx="2146478" cy="461665"/>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r-FR" sz="1200" dirty="0"/>
              <a:t>Le port identifie l’application de la machine</a:t>
            </a:r>
          </a:p>
        </p:txBody>
      </p:sp>
    </p:spTree>
    <p:extLst>
      <p:ext uri="{BB962C8B-B14F-4D97-AF65-F5344CB8AC3E}">
        <p14:creationId xmlns:p14="http://schemas.microsoft.com/office/powerpoint/2010/main" val="37519495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B6773992-E191-C2E6-C9F6-FB81128033FC}"/>
              </a:ext>
            </a:extLst>
          </p:cNvPr>
          <p:cNvSpPr txBox="1">
            <a:spLocks/>
          </p:cNvSpPr>
          <p:nvPr/>
        </p:nvSpPr>
        <p:spPr>
          <a:xfrm>
            <a:off x="161431" y="114674"/>
            <a:ext cx="7816378" cy="759969"/>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r>
              <a:rPr lang="fr-FR" sz="1800" dirty="0"/>
              <a:t>Equipements d’interconnexion</a:t>
            </a:r>
          </a:p>
          <a:p>
            <a:r>
              <a:rPr lang="fr-FR" sz="1100" dirty="0"/>
              <a:t>L’interconnexion des réseaux c’est la possibilité de faire dialoguer plusieurs sous réseaux initialement isolés, par l’intermédiaire de périphériques spécifiques (récepteur, Concentrateur, pont, Routeur, Modem), ils servent aussi à interconnecter les ordinateurs d’une organisation, d’un campus, d’un établissement scolaire, d’une entreprise. Il est parfois indispensable de les relier. </a:t>
            </a:r>
          </a:p>
        </p:txBody>
      </p:sp>
      <p:pic>
        <p:nvPicPr>
          <p:cNvPr id="5" name="Image 4">
            <a:extLst>
              <a:ext uri="{FF2B5EF4-FFF2-40B4-BE49-F238E27FC236}">
                <a16:creationId xmlns:a16="http://schemas.microsoft.com/office/drawing/2014/main" id="{CD55A79A-1486-78EF-181A-F23D30C7D80D}"/>
              </a:ext>
            </a:extLst>
          </p:cNvPr>
          <p:cNvPicPr>
            <a:picLocks noChangeAspect="1"/>
          </p:cNvPicPr>
          <p:nvPr/>
        </p:nvPicPr>
        <p:blipFill>
          <a:blip r:embed="rId2"/>
          <a:stretch>
            <a:fillRect/>
          </a:stretch>
        </p:blipFill>
        <p:spPr>
          <a:xfrm>
            <a:off x="161431" y="1262495"/>
            <a:ext cx="6983648" cy="4333009"/>
          </a:xfrm>
          <a:prstGeom prst="rect">
            <a:avLst/>
          </a:prstGeom>
        </p:spPr>
      </p:pic>
      <p:grpSp>
        <p:nvGrpSpPr>
          <p:cNvPr id="8" name="Groupe 7">
            <a:extLst>
              <a:ext uri="{FF2B5EF4-FFF2-40B4-BE49-F238E27FC236}">
                <a16:creationId xmlns:a16="http://schemas.microsoft.com/office/drawing/2014/main" id="{9FD20F31-E6DD-CD8E-5350-86E17C0D8E23}"/>
              </a:ext>
            </a:extLst>
          </p:cNvPr>
          <p:cNvGrpSpPr/>
          <p:nvPr/>
        </p:nvGrpSpPr>
        <p:grpSpPr>
          <a:xfrm>
            <a:off x="2344701" y="3070417"/>
            <a:ext cx="715617" cy="717163"/>
            <a:chOff x="8798510" y="4091608"/>
            <a:chExt cx="715617" cy="717163"/>
          </a:xfrm>
        </p:grpSpPr>
        <p:pic>
          <p:nvPicPr>
            <p:cNvPr id="6" name="Image 5">
              <a:extLst>
                <a:ext uri="{FF2B5EF4-FFF2-40B4-BE49-F238E27FC236}">
                  <a16:creationId xmlns:a16="http://schemas.microsoft.com/office/drawing/2014/main" id="{939A5892-5D60-1959-8EDE-FBEE2E1AAA19}"/>
                </a:ext>
              </a:extLst>
            </p:cNvPr>
            <p:cNvPicPr>
              <a:picLocks noChangeAspect="1"/>
            </p:cNvPicPr>
            <p:nvPr/>
          </p:nvPicPr>
          <p:blipFill>
            <a:blip r:embed="rId3">
              <a:duotone>
                <a:schemeClr val="accent6">
                  <a:shade val="45000"/>
                  <a:satMod val="135000"/>
                </a:schemeClr>
                <a:prstClr val="white"/>
              </a:duotone>
              <a:extLst>
                <a:ext uri="{BEBA8EAE-BF5A-486C-A8C5-ECC9F3942E4B}">
                  <a14:imgProps xmlns:a14="http://schemas.microsoft.com/office/drawing/2010/main">
                    <a14:imgLayer r:embed="rId4">
                      <a14:imgEffect>
                        <a14:brightnessContrast bright="20000" contrast="-20000"/>
                      </a14:imgEffect>
                    </a14:imgLayer>
                  </a14:imgProps>
                </a:ext>
              </a:extLst>
            </a:blip>
            <a:stretch>
              <a:fillRect/>
            </a:stretch>
          </p:blipFill>
          <p:spPr>
            <a:xfrm>
              <a:off x="8905460" y="4091608"/>
              <a:ext cx="501719" cy="501719"/>
            </a:xfrm>
            <a:prstGeom prst="rect">
              <a:avLst/>
            </a:prstGeom>
          </p:spPr>
        </p:pic>
        <p:sp>
          <p:nvSpPr>
            <p:cNvPr id="7" name="ZoneTexte 6">
              <a:extLst>
                <a:ext uri="{FF2B5EF4-FFF2-40B4-BE49-F238E27FC236}">
                  <a16:creationId xmlns:a16="http://schemas.microsoft.com/office/drawing/2014/main" id="{A41DC5E5-22F0-3E16-0687-FC76E2118D05}"/>
                </a:ext>
              </a:extLst>
            </p:cNvPr>
            <p:cNvSpPr txBox="1"/>
            <p:nvPr/>
          </p:nvSpPr>
          <p:spPr>
            <a:xfrm>
              <a:off x="8798510" y="4593327"/>
              <a:ext cx="715617" cy="215444"/>
            </a:xfrm>
            <a:prstGeom prst="rect">
              <a:avLst/>
            </a:prstGeom>
            <a:noFill/>
          </p:spPr>
          <p:txBody>
            <a:bodyPr wrap="square" rtlCol="0">
              <a:spAutoFit/>
            </a:bodyPr>
            <a:lstStyle/>
            <a:p>
              <a:pPr algn="ctr"/>
              <a:r>
                <a:rPr lang="fr-FR" sz="800" b="1" dirty="0"/>
                <a:t>Passerelle</a:t>
              </a:r>
            </a:p>
          </p:txBody>
        </p:sp>
      </p:grpSp>
      <p:grpSp>
        <p:nvGrpSpPr>
          <p:cNvPr id="14" name="Groupe 13">
            <a:extLst>
              <a:ext uri="{FF2B5EF4-FFF2-40B4-BE49-F238E27FC236}">
                <a16:creationId xmlns:a16="http://schemas.microsoft.com/office/drawing/2014/main" id="{71988733-DD2C-8952-C3D1-12628782C758}"/>
              </a:ext>
            </a:extLst>
          </p:cNvPr>
          <p:cNvGrpSpPr/>
          <p:nvPr/>
        </p:nvGrpSpPr>
        <p:grpSpPr>
          <a:xfrm>
            <a:off x="5403779" y="4303642"/>
            <a:ext cx="532157" cy="549711"/>
            <a:chOff x="5536302" y="4224129"/>
            <a:chExt cx="532157" cy="549711"/>
          </a:xfrm>
        </p:grpSpPr>
        <p:pic>
          <p:nvPicPr>
            <p:cNvPr id="12" name="Image 11">
              <a:extLst>
                <a:ext uri="{FF2B5EF4-FFF2-40B4-BE49-F238E27FC236}">
                  <a16:creationId xmlns:a16="http://schemas.microsoft.com/office/drawing/2014/main" id="{1DD3A249-C49C-2B3D-11E6-2BCF364C6963}"/>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brightnessContrast bright="20000" contrast="40000"/>
                      </a14:imgEffect>
                    </a14:imgLayer>
                  </a14:imgProps>
                </a:ext>
              </a:extLst>
            </a:blip>
            <a:stretch>
              <a:fillRect/>
            </a:stretch>
          </p:blipFill>
          <p:spPr>
            <a:xfrm>
              <a:off x="5632174" y="4224129"/>
              <a:ext cx="361950" cy="333375"/>
            </a:xfrm>
            <a:prstGeom prst="rect">
              <a:avLst/>
            </a:prstGeom>
          </p:spPr>
        </p:pic>
        <p:sp>
          <p:nvSpPr>
            <p:cNvPr id="13" name="ZoneTexte 12">
              <a:extLst>
                <a:ext uri="{FF2B5EF4-FFF2-40B4-BE49-F238E27FC236}">
                  <a16:creationId xmlns:a16="http://schemas.microsoft.com/office/drawing/2014/main" id="{4CC894C1-F411-071F-88AD-9E5A80CAB2BB}"/>
                </a:ext>
              </a:extLst>
            </p:cNvPr>
            <p:cNvSpPr txBox="1"/>
            <p:nvPr/>
          </p:nvSpPr>
          <p:spPr>
            <a:xfrm>
              <a:off x="5536302" y="4543008"/>
              <a:ext cx="532157" cy="230832"/>
            </a:xfrm>
            <a:prstGeom prst="rect">
              <a:avLst/>
            </a:prstGeom>
            <a:noFill/>
          </p:spPr>
          <p:txBody>
            <a:bodyPr wrap="square" rtlCol="0">
              <a:spAutoFit/>
            </a:bodyPr>
            <a:lstStyle/>
            <a:p>
              <a:pPr algn="ctr"/>
              <a:r>
                <a:rPr lang="fr-FR" sz="900" b="1" dirty="0"/>
                <a:t>Pont</a:t>
              </a:r>
            </a:p>
          </p:txBody>
        </p:sp>
      </p:grpSp>
      <p:pic>
        <p:nvPicPr>
          <p:cNvPr id="9" name="Image 8">
            <a:extLst>
              <a:ext uri="{FF2B5EF4-FFF2-40B4-BE49-F238E27FC236}">
                <a16:creationId xmlns:a16="http://schemas.microsoft.com/office/drawing/2014/main" id="{38416D5A-DBF1-72CE-021E-DCB6D7358452}"/>
              </a:ext>
            </a:extLst>
          </p:cNvPr>
          <p:cNvPicPr>
            <a:picLocks noChangeAspect="1"/>
          </p:cNvPicPr>
          <p:nvPr/>
        </p:nvPicPr>
        <p:blipFill>
          <a:blip r:embed="rId7"/>
          <a:stretch>
            <a:fillRect/>
          </a:stretch>
        </p:blipFill>
        <p:spPr>
          <a:xfrm>
            <a:off x="161431" y="5552469"/>
            <a:ext cx="1000124" cy="524455"/>
          </a:xfrm>
          <a:prstGeom prst="rect">
            <a:avLst/>
          </a:prstGeom>
        </p:spPr>
      </p:pic>
      <p:sp>
        <p:nvSpPr>
          <p:cNvPr id="10" name="ZoneTexte 9">
            <a:extLst>
              <a:ext uri="{FF2B5EF4-FFF2-40B4-BE49-F238E27FC236}">
                <a16:creationId xmlns:a16="http://schemas.microsoft.com/office/drawing/2014/main" id="{015B581F-7E5A-D62D-4876-69A41CB914DB}"/>
              </a:ext>
            </a:extLst>
          </p:cNvPr>
          <p:cNvSpPr txBox="1"/>
          <p:nvPr/>
        </p:nvSpPr>
        <p:spPr>
          <a:xfrm>
            <a:off x="1161555" y="5552469"/>
            <a:ext cx="4700046" cy="600164"/>
          </a:xfrm>
          <a:prstGeom prst="rect">
            <a:avLst/>
          </a:prstGeom>
          <a:noFill/>
        </p:spPr>
        <p:txBody>
          <a:bodyPr wrap="square" rtlCol="0">
            <a:spAutoFit/>
          </a:bodyPr>
          <a:lstStyle/>
          <a:p>
            <a:pPr marL="171450" indent="-171450">
              <a:buFont typeface="Courier New" panose="02070309020205020404" pitchFamily="49" charset="0"/>
              <a:buChar char="o"/>
            </a:pPr>
            <a:r>
              <a:rPr lang="fr-FR" sz="1100" dirty="0"/>
              <a:t>Amplificateur de signal </a:t>
            </a:r>
          </a:p>
          <a:p>
            <a:pPr marL="171450" indent="-171450">
              <a:buFont typeface="Courier New" panose="02070309020205020404" pitchFamily="49" charset="0"/>
              <a:buChar char="o"/>
            </a:pPr>
            <a:r>
              <a:rPr lang="fr-FR" sz="1100" dirty="0"/>
              <a:t>Permet d’augmenter la distance du signal entre deux stations Ethernet</a:t>
            </a:r>
          </a:p>
          <a:p>
            <a:pPr marL="171450" indent="-171450">
              <a:buFont typeface="Courier New" panose="02070309020205020404" pitchFamily="49" charset="0"/>
              <a:buChar char="o"/>
            </a:pPr>
            <a:r>
              <a:rPr lang="fr-FR" sz="1100" dirty="0"/>
              <a:t>Dispositif actif non configurable</a:t>
            </a:r>
          </a:p>
        </p:txBody>
      </p:sp>
      <p:pic>
        <p:nvPicPr>
          <p:cNvPr id="15" name="Image 14">
            <a:extLst>
              <a:ext uri="{FF2B5EF4-FFF2-40B4-BE49-F238E27FC236}">
                <a16:creationId xmlns:a16="http://schemas.microsoft.com/office/drawing/2014/main" id="{7F65706E-BA88-796F-CFC9-C32E2D7642FA}"/>
              </a:ext>
            </a:extLst>
          </p:cNvPr>
          <p:cNvPicPr>
            <a:picLocks noChangeAspect="1"/>
          </p:cNvPicPr>
          <p:nvPr/>
        </p:nvPicPr>
        <p:blipFill>
          <a:blip r:embed="rId8"/>
          <a:stretch>
            <a:fillRect/>
          </a:stretch>
        </p:blipFill>
        <p:spPr>
          <a:xfrm>
            <a:off x="173568" y="6187821"/>
            <a:ext cx="1000123" cy="360509"/>
          </a:xfrm>
          <a:prstGeom prst="rect">
            <a:avLst/>
          </a:prstGeom>
        </p:spPr>
      </p:pic>
      <p:sp>
        <p:nvSpPr>
          <p:cNvPr id="16" name="ZoneTexte 15">
            <a:extLst>
              <a:ext uri="{FF2B5EF4-FFF2-40B4-BE49-F238E27FC236}">
                <a16:creationId xmlns:a16="http://schemas.microsoft.com/office/drawing/2014/main" id="{59273C29-D07B-21BD-0F03-58CEA3395872}"/>
              </a:ext>
            </a:extLst>
          </p:cNvPr>
          <p:cNvSpPr txBox="1"/>
          <p:nvPr/>
        </p:nvSpPr>
        <p:spPr>
          <a:xfrm>
            <a:off x="1161555" y="6152633"/>
            <a:ext cx="4700046" cy="430887"/>
          </a:xfrm>
          <a:prstGeom prst="rect">
            <a:avLst/>
          </a:prstGeom>
          <a:noFill/>
        </p:spPr>
        <p:txBody>
          <a:bodyPr wrap="square" rtlCol="0">
            <a:spAutoFit/>
          </a:bodyPr>
          <a:lstStyle/>
          <a:p>
            <a:pPr marL="171450" indent="-171450">
              <a:buFont typeface="Courier New" panose="02070309020205020404" pitchFamily="49" charset="0"/>
              <a:buChar char="o"/>
            </a:pPr>
            <a:r>
              <a:rPr lang="fr-FR" sz="1100" dirty="0"/>
              <a:t>Répétiteur qui transfère toutes les informations d’entrée sur toutes les lignes de sortie</a:t>
            </a:r>
          </a:p>
        </p:txBody>
      </p:sp>
      <p:pic>
        <p:nvPicPr>
          <p:cNvPr id="18" name="Image 17">
            <a:extLst>
              <a:ext uri="{FF2B5EF4-FFF2-40B4-BE49-F238E27FC236}">
                <a16:creationId xmlns:a16="http://schemas.microsoft.com/office/drawing/2014/main" id="{3BFE935A-C613-E9E8-0577-94F37706171B}"/>
              </a:ext>
            </a:extLst>
          </p:cNvPr>
          <p:cNvPicPr>
            <a:picLocks noChangeAspect="1"/>
          </p:cNvPicPr>
          <p:nvPr/>
        </p:nvPicPr>
        <p:blipFill>
          <a:blip r:embed="rId9"/>
          <a:stretch>
            <a:fillRect/>
          </a:stretch>
        </p:blipFill>
        <p:spPr>
          <a:xfrm>
            <a:off x="7274672" y="1115484"/>
            <a:ext cx="636619" cy="490727"/>
          </a:xfrm>
          <a:prstGeom prst="rect">
            <a:avLst/>
          </a:prstGeom>
        </p:spPr>
      </p:pic>
      <p:sp>
        <p:nvSpPr>
          <p:cNvPr id="19" name="ZoneTexte 18">
            <a:extLst>
              <a:ext uri="{FF2B5EF4-FFF2-40B4-BE49-F238E27FC236}">
                <a16:creationId xmlns:a16="http://schemas.microsoft.com/office/drawing/2014/main" id="{C06E0F6B-A265-67A9-8419-DB081A2DE7CA}"/>
              </a:ext>
            </a:extLst>
          </p:cNvPr>
          <p:cNvSpPr txBox="1"/>
          <p:nvPr/>
        </p:nvSpPr>
        <p:spPr>
          <a:xfrm>
            <a:off x="7911291" y="976126"/>
            <a:ext cx="4214191" cy="769441"/>
          </a:xfrm>
          <a:prstGeom prst="rect">
            <a:avLst/>
          </a:prstGeom>
          <a:noFill/>
        </p:spPr>
        <p:txBody>
          <a:bodyPr wrap="square" rtlCol="0">
            <a:spAutoFit/>
          </a:bodyPr>
          <a:lstStyle/>
          <a:p>
            <a:pPr marL="171450" indent="-171450">
              <a:buFont typeface="Courier New" panose="02070309020205020404" pitchFamily="49" charset="0"/>
              <a:buChar char="o"/>
            </a:pPr>
            <a:r>
              <a:rPr lang="fr-FR" sz="1100" dirty="0"/>
              <a:t>Permet de diviser un domaine de collision en deux domaines de collision différent </a:t>
            </a:r>
          </a:p>
          <a:p>
            <a:pPr marL="171450" indent="-171450">
              <a:buFont typeface="Courier New" panose="02070309020205020404" pitchFamily="49" charset="0"/>
              <a:buChar char="o"/>
            </a:pPr>
            <a:r>
              <a:rPr lang="fr-FR" sz="1100" dirty="0"/>
              <a:t>Elément configurable (Pont table MAC (machine et côté))</a:t>
            </a:r>
          </a:p>
          <a:p>
            <a:pPr marL="171450" indent="-171450">
              <a:buFont typeface="Courier New" panose="02070309020205020404" pitchFamily="49" charset="0"/>
              <a:buChar char="o"/>
            </a:pPr>
            <a:r>
              <a:rPr lang="fr-FR" sz="1100" dirty="0"/>
              <a:t>Utilise les adresses MAC physique</a:t>
            </a:r>
          </a:p>
        </p:txBody>
      </p:sp>
      <p:pic>
        <p:nvPicPr>
          <p:cNvPr id="21" name="Image 20">
            <a:extLst>
              <a:ext uri="{FF2B5EF4-FFF2-40B4-BE49-F238E27FC236}">
                <a16:creationId xmlns:a16="http://schemas.microsoft.com/office/drawing/2014/main" id="{0C1059F4-BF46-21BD-C367-B4512DB6CB68}"/>
              </a:ext>
            </a:extLst>
          </p:cNvPr>
          <p:cNvPicPr>
            <a:picLocks noChangeAspect="1"/>
          </p:cNvPicPr>
          <p:nvPr/>
        </p:nvPicPr>
        <p:blipFill>
          <a:blip r:embed="rId10"/>
          <a:stretch>
            <a:fillRect/>
          </a:stretch>
        </p:blipFill>
        <p:spPr>
          <a:xfrm>
            <a:off x="7361530" y="2036103"/>
            <a:ext cx="666750" cy="352425"/>
          </a:xfrm>
          <a:prstGeom prst="rect">
            <a:avLst/>
          </a:prstGeom>
        </p:spPr>
      </p:pic>
      <p:sp>
        <p:nvSpPr>
          <p:cNvPr id="22" name="ZoneTexte 21">
            <a:extLst>
              <a:ext uri="{FF2B5EF4-FFF2-40B4-BE49-F238E27FC236}">
                <a16:creationId xmlns:a16="http://schemas.microsoft.com/office/drawing/2014/main" id="{49DC6015-E22B-CE20-DA49-54847C12476D}"/>
              </a:ext>
            </a:extLst>
          </p:cNvPr>
          <p:cNvSpPr txBox="1"/>
          <p:nvPr/>
        </p:nvSpPr>
        <p:spPr>
          <a:xfrm>
            <a:off x="7911290" y="1900479"/>
            <a:ext cx="4214191" cy="938719"/>
          </a:xfrm>
          <a:prstGeom prst="rect">
            <a:avLst/>
          </a:prstGeom>
          <a:noFill/>
        </p:spPr>
        <p:txBody>
          <a:bodyPr wrap="square" rtlCol="0">
            <a:spAutoFit/>
          </a:bodyPr>
          <a:lstStyle/>
          <a:p>
            <a:pPr marL="171450" indent="-171450">
              <a:buFont typeface="Courier New" panose="02070309020205020404" pitchFamily="49" charset="0"/>
              <a:buChar char="o"/>
            </a:pPr>
            <a:r>
              <a:rPr lang="fr-FR" sz="1100" dirty="0"/>
              <a:t>Pont multi ports</a:t>
            </a:r>
          </a:p>
          <a:p>
            <a:pPr marL="171450" indent="-171450">
              <a:buFont typeface="Courier New" panose="02070309020205020404" pitchFamily="49" charset="0"/>
              <a:buChar char="o"/>
            </a:pPr>
            <a:r>
              <a:rPr lang="fr-FR" sz="1100" dirty="0"/>
              <a:t>Utilise les adresses MAC physique</a:t>
            </a:r>
          </a:p>
          <a:p>
            <a:pPr marL="171450" indent="-171450">
              <a:buFont typeface="Courier New" panose="02070309020205020404" pitchFamily="49" charset="0"/>
              <a:buChar char="o"/>
            </a:pPr>
            <a:r>
              <a:rPr lang="fr-FR" sz="1100" dirty="0"/>
              <a:t>Fonctionne en full duplex</a:t>
            </a:r>
          </a:p>
          <a:p>
            <a:pPr marL="171450" indent="-171450">
              <a:buFont typeface="Courier New" panose="02070309020205020404" pitchFamily="49" charset="0"/>
              <a:buChar char="o"/>
            </a:pPr>
            <a:r>
              <a:rPr lang="fr-FR" sz="1100" dirty="0"/>
              <a:t>Table MAC (port et machine)</a:t>
            </a:r>
          </a:p>
          <a:p>
            <a:pPr marL="171450" indent="-171450">
              <a:buFont typeface="Courier New" panose="02070309020205020404" pitchFamily="49" charset="0"/>
              <a:buChar char="o"/>
            </a:pPr>
            <a:r>
              <a:rPr lang="fr-FR" sz="1100" dirty="0"/>
              <a:t>Topologie en étoile, point à point</a:t>
            </a:r>
          </a:p>
        </p:txBody>
      </p:sp>
      <p:grpSp>
        <p:nvGrpSpPr>
          <p:cNvPr id="2" name="Groupe 1">
            <a:extLst>
              <a:ext uri="{FF2B5EF4-FFF2-40B4-BE49-F238E27FC236}">
                <a16:creationId xmlns:a16="http://schemas.microsoft.com/office/drawing/2014/main" id="{2F0FC5A8-86BA-A4F0-2132-9024049EC6E1}"/>
              </a:ext>
            </a:extLst>
          </p:cNvPr>
          <p:cNvGrpSpPr/>
          <p:nvPr/>
        </p:nvGrpSpPr>
        <p:grpSpPr>
          <a:xfrm>
            <a:off x="7307930" y="4218229"/>
            <a:ext cx="636618" cy="608787"/>
            <a:chOff x="8721920" y="4091608"/>
            <a:chExt cx="984173" cy="776521"/>
          </a:xfrm>
        </p:grpSpPr>
        <p:pic>
          <p:nvPicPr>
            <p:cNvPr id="4" name="Image 3">
              <a:extLst>
                <a:ext uri="{FF2B5EF4-FFF2-40B4-BE49-F238E27FC236}">
                  <a16:creationId xmlns:a16="http://schemas.microsoft.com/office/drawing/2014/main" id="{F23E3570-25DB-A5F6-1C7E-978D1D6EEEB0}"/>
                </a:ext>
              </a:extLst>
            </p:cNvPr>
            <p:cNvPicPr>
              <a:picLocks noChangeAspect="1"/>
            </p:cNvPicPr>
            <p:nvPr/>
          </p:nvPicPr>
          <p:blipFill>
            <a:blip r:embed="rId3">
              <a:duotone>
                <a:schemeClr val="accent6">
                  <a:shade val="45000"/>
                  <a:satMod val="135000"/>
                </a:schemeClr>
                <a:prstClr val="white"/>
              </a:duotone>
              <a:extLst>
                <a:ext uri="{BEBA8EAE-BF5A-486C-A8C5-ECC9F3942E4B}">
                  <a14:imgProps xmlns:a14="http://schemas.microsoft.com/office/drawing/2010/main">
                    <a14:imgLayer r:embed="rId4">
                      <a14:imgEffect>
                        <a14:brightnessContrast bright="20000" contrast="-20000"/>
                      </a14:imgEffect>
                    </a14:imgLayer>
                  </a14:imgProps>
                </a:ext>
              </a:extLst>
            </a:blip>
            <a:stretch>
              <a:fillRect/>
            </a:stretch>
          </p:blipFill>
          <p:spPr>
            <a:xfrm>
              <a:off x="8905460" y="4091608"/>
              <a:ext cx="501719" cy="501719"/>
            </a:xfrm>
            <a:prstGeom prst="rect">
              <a:avLst/>
            </a:prstGeom>
          </p:spPr>
        </p:pic>
        <p:sp>
          <p:nvSpPr>
            <p:cNvPr id="11" name="ZoneTexte 10">
              <a:extLst>
                <a:ext uri="{FF2B5EF4-FFF2-40B4-BE49-F238E27FC236}">
                  <a16:creationId xmlns:a16="http://schemas.microsoft.com/office/drawing/2014/main" id="{79B30E0B-CB34-5F54-89E2-41C70B8F52EC}"/>
                </a:ext>
              </a:extLst>
            </p:cNvPr>
            <p:cNvSpPr txBox="1"/>
            <p:nvPr/>
          </p:nvSpPr>
          <p:spPr>
            <a:xfrm>
              <a:off x="8721920" y="4593326"/>
              <a:ext cx="984173" cy="274803"/>
            </a:xfrm>
            <a:prstGeom prst="rect">
              <a:avLst/>
            </a:prstGeom>
            <a:noFill/>
          </p:spPr>
          <p:txBody>
            <a:bodyPr wrap="square" rtlCol="0">
              <a:spAutoFit/>
            </a:bodyPr>
            <a:lstStyle/>
            <a:p>
              <a:pPr algn="ctr"/>
              <a:r>
                <a:rPr lang="fr-FR" sz="800" b="1" dirty="0"/>
                <a:t>Passerelle</a:t>
              </a:r>
            </a:p>
          </p:txBody>
        </p:sp>
      </p:grpSp>
      <p:pic>
        <p:nvPicPr>
          <p:cNvPr id="20" name="Image 19">
            <a:extLst>
              <a:ext uri="{FF2B5EF4-FFF2-40B4-BE49-F238E27FC236}">
                <a16:creationId xmlns:a16="http://schemas.microsoft.com/office/drawing/2014/main" id="{81D2BFAA-749C-94FE-4F3C-75AFC6F9F320}"/>
              </a:ext>
            </a:extLst>
          </p:cNvPr>
          <p:cNvPicPr>
            <a:picLocks noChangeAspect="1"/>
          </p:cNvPicPr>
          <p:nvPr/>
        </p:nvPicPr>
        <p:blipFill>
          <a:blip r:embed="rId11"/>
          <a:stretch>
            <a:fillRect/>
          </a:stretch>
        </p:blipFill>
        <p:spPr>
          <a:xfrm>
            <a:off x="7368899" y="5243712"/>
            <a:ext cx="474389" cy="567829"/>
          </a:xfrm>
          <a:prstGeom prst="rect">
            <a:avLst/>
          </a:prstGeom>
        </p:spPr>
      </p:pic>
      <p:sp>
        <p:nvSpPr>
          <p:cNvPr id="23" name="ZoneTexte 22">
            <a:extLst>
              <a:ext uri="{FF2B5EF4-FFF2-40B4-BE49-F238E27FC236}">
                <a16:creationId xmlns:a16="http://schemas.microsoft.com/office/drawing/2014/main" id="{B62A110A-7CE5-9730-C334-B3242FC1400D}"/>
              </a:ext>
            </a:extLst>
          </p:cNvPr>
          <p:cNvSpPr txBox="1"/>
          <p:nvPr/>
        </p:nvSpPr>
        <p:spPr>
          <a:xfrm>
            <a:off x="7944548" y="4208471"/>
            <a:ext cx="4147674" cy="600164"/>
          </a:xfrm>
          <a:prstGeom prst="rect">
            <a:avLst/>
          </a:prstGeom>
          <a:noFill/>
        </p:spPr>
        <p:txBody>
          <a:bodyPr wrap="square" rtlCol="0">
            <a:spAutoFit/>
          </a:bodyPr>
          <a:lstStyle/>
          <a:p>
            <a:pPr marL="171450" indent="-171450">
              <a:buFont typeface="Courier New" panose="02070309020205020404" pitchFamily="49" charset="0"/>
              <a:buChar char="o"/>
            </a:pPr>
            <a:r>
              <a:rPr lang="fr-FR" sz="1100" i="1" dirty="0"/>
              <a:t>Faire communiquer deux équipements qui ont deux modèles de communication différents</a:t>
            </a:r>
          </a:p>
          <a:p>
            <a:pPr marL="171450" indent="-171450">
              <a:buFont typeface="Courier New" panose="02070309020205020404" pitchFamily="49" charset="0"/>
              <a:buChar char="o"/>
            </a:pPr>
            <a:endParaRPr lang="fr-FR" sz="1100" i="1" dirty="0"/>
          </a:p>
        </p:txBody>
      </p:sp>
      <p:sp>
        <p:nvSpPr>
          <p:cNvPr id="24" name="ZoneTexte 23">
            <a:extLst>
              <a:ext uri="{FF2B5EF4-FFF2-40B4-BE49-F238E27FC236}">
                <a16:creationId xmlns:a16="http://schemas.microsoft.com/office/drawing/2014/main" id="{BCCF25C6-C48D-A0FD-5798-A5AF6329ED7B}"/>
              </a:ext>
            </a:extLst>
          </p:cNvPr>
          <p:cNvSpPr txBox="1"/>
          <p:nvPr/>
        </p:nvSpPr>
        <p:spPr>
          <a:xfrm>
            <a:off x="7990865" y="5371291"/>
            <a:ext cx="4147672" cy="261610"/>
          </a:xfrm>
          <a:prstGeom prst="rect">
            <a:avLst/>
          </a:prstGeom>
          <a:noFill/>
        </p:spPr>
        <p:txBody>
          <a:bodyPr wrap="square" rtlCol="0">
            <a:spAutoFit/>
          </a:bodyPr>
          <a:lstStyle/>
          <a:p>
            <a:pPr marL="171450" indent="-171450">
              <a:buFont typeface="Courier New" panose="02070309020205020404" pitchFamily="49" charset="0"/>
              <a:buChar char="o"/>
            </a:pPr>
            <a:r>
              <a:rPr lang="fr-FR" sz="1100" i="1" dirty="0"/>
              <a:t>Routeur avec fonctionnalité de filtre contre les attaques, etc….. </a:t>
            </a:r>
          </a:p>
        </p:txBody>
      </p:sp>
      <p:sp>
        <p:nvSpPr>
          <p:cNvPr id="25" name="ZoneTexte 24">
            <a:extLst>
              <a:ext uri="{FF2B5EF4-FFF2-40B4-BE49-F238E27FC236}">
                <a16:creationId xmlns:a16="http://schemas.microsoft.com/office/drawing/2014/main" id="{88F05BE8-6C9B-419E-67C1-0D4AAD8791B6}"/>
              </a:ext>
            </a:extLst>
          </p:cNvPr>
          <p:cNvSpPr txBox="1"/>
          <p:nvPr/>
        </p:nvSpPr>
        <p:spPr>
          <a:xfrm>
            <a:off x="7955975" y="3027252"/>
            <a:ext cx="4147673" cy="769441"/>
          </a:xfrm>
          <a:prstGeom prst="rect">
            <a:avLst/>
          </a:prstGeom>
          <a:noFill/>
        </p:spPr>
        <p:txBody>
          <a:bodyPr wrap="square" rtlCol="0">
            <a:spAutoFit/>
          </a:bodyPr>
          <a:lstStyle/>
          <a:p>
            <a:pPr marL="171450" indent="-171450">
              <a:buFont typeface="Courier New" panose="02070309020205020404" pitchFamily="49" charset="0"/>
              <a:buChar char="o"/>
            </a:pPr>
            <a:r>
              <a:rPr lang="fr-FR" sz="1100" dirty="0"/>
              <a:t>Trouver le meilleur chemin entre une machine source et machine de destination</a:t>
            </a:r>
          </a:p>
          <a:p>
            <a:pPr marL="171450" indent="-171450">
              <a:buFont typeface="Courier New" panose="02070309020205020404" pitchFamily="49" charset="0"/>
              <a:buChar char="o"/>
            </a:pPr>
            <a:r>
              <a:rPr lang="fr-FR" sz="1100" dirty="0"/>
              <a:t>Utile pour l’interconnexion des réseaux à longue distance</a:t>
            </a:r>
          </a:p>
          <a:p>
            <a:pPr marL="171450" indent="-171450">
              <a:buFont typeface="Courier New" panose="02070309020205020404" pitchFamily="49" charset="0"/>
              <a:buChar char="o"/>
            </a:pPr>
            <a:r>
              <a:rPr lang="fr-FR" sz="1100" dirty="0"/>
              <a:t>Travaille avec des adresses IP</a:t>
            </a:r>
          </a:p>
        </p:txBody>
      </p:sp>
      <p:pic>
        <p:nvPicPr>
          <p:cNvPr id="29" name="Image 28">
            <a:extLst>
              <a:ext uri="{FF2B5EF4-FFF2-40B4-BE49-F238E27FC236}">
                <a16:creationId xmlns:a16="http://schemas.microsoft.com/office/drawing/2014/main" id="{FF80CA38-26D3-2999-D038-DD29FAF41A9C}"/>
              </a:ext>
            </a:extLst>
          </p:cNvPr>
          <p:cNvPicPr>
            <a:picLocks noChangeAspect="1"/>
          </p:cNvPicPr>
          <p:nvPr/>
        </p:nvPicPr>
        <p:blipFill>
          <a:blip r:embed="rId12"/>
          <a:stretch>
            <a:fillRect/>
          </a:stretch>
        </p:blipFill>
        <p:spPr>
          <a:xfrm>
            <a:off x="7340264" y="3217424"/>
            <a:ext cx="650601" cy="303193"/>
          </a:xfrm>
          <a:prstGeom prst="rect">
            <a:avLst/>
          </a:prstGeom>
        </p:spPr>
      </p:pic>
      <p:sp>
        <p:nvSpPr>
          <p:cNvPr id="26" name="Espace réservé du numéro de diapositive 25">
            <a:extLst>
              <a:ext uri="{FF2B5EF4-FFF2-40B4-BE49-F238E27FC236}">
                <a16:creationId xmlns:a16="http://schemas.microsoft.com/office/drawing/2014/main" id="{40166491-F469-B543-A9C4-A2C22B360DEF}"/>
              </a:ext>
            </a:extLst>
          </p:cNvPr>
          <p:cNvSpPr>
            <a:spLocks noGrp="1"/>
          </p:cNvSpPr>
          <p:nvPr>
            <p:ph type="sldNum" sz="quarter" idx="12"/>
          </p:nvPr>
        </p:nvSpPr>
        <p:spPr/>
        <p:txBody>
          <a:bodyPr/>
          <a:lstStyle/>
          <a:p>
            <a:fld id="{A1788E4B-14DA-4295-B966-6520CEF7CCFD}" type="slidenum">
              <a:rPr lang="fr-FR" smtClean="0"/>
              <a:t>16</a:t>
            </a:fld>
            <a:endParaRPr lang="fr-FR"/>
          </a:p>
        </p:txBody>
      </p:sp>
    </p:spTree>
    <p:extLst>
      <p:ext uri="{BB962C8B-B14F-4D97-AF65-F5344CB8AC3E}">
        <p14:creationId xmlns:p14="http://schemas.microsoft.com/office/powerpoint/2010/main" val="1632521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FFE94-BB60-83E3-33B2-03DC583E0B4B}"/>
            </a:ext>
          </a:extLst>
        </p:cNvPr>
        <p:cNvGrpSpPr/>
        <p:nvPr/>
      </p:nvGrpSpPr>
      <p:grpSpPr>
        <a:xfrm>
          <a:off x="0" y="0"/>
          <a:ext cx="0" cy="0"/>
          <a:chOff x="0" y="0"/>
          <a:chExt cx="0" cy="0"/>
        </a:xfrm>
      </p:grpSpPr>
      <p:sp>
        <p:nvSpPr>
          <p:cNvPr id="35" name="Titre 1">
            <a:extLst>
              <a:ext uri="{FF2B5EF4-FFF2-40B4-BE49-F238E27FC236}">
                <a16:creationId xmlns:a16="http://schemas.microsoft.com/office/drawing/2014/main" id="{A5DB20C6-66A6-2625-0B70-748E5DAD62B1}"/>
              </a:ext>
            </a:extLst>
          </p:cNvPr>
          <p:cNvSpPr txBox="1">
            <a:spLocks/>
          </p:cNvSpPr>
          <p:nvPr/>
        </p:nvSpPr>
        <p:spPr>
          <a:xfrm>
            <a:off x="246707" y="154565"/>
            <a:ext cx="6983648" cy="477686"/>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r>
              <a:rPr lang="fr-FR" sz="1800" dirty="0"/>
              <a:t>Acheminer : ROUTAGE – Comment un paquet trouve son chemin</a:t>
            </a:r>
            <a:endParaRPr lang="fr-FR" sz="1200" dirty="0"/>
          </a:p>
        </p:txBody>
      </p:sp>
      <p:sp>
        <p:nvSpPr>
          <p:cNvPr id="4" name="Espace réservé du contenu 3">
            <a:extLst>
              <a:ext uri="{FF2B5EF4-FFF2-40B4-BE49-F238E27FC236}">
                <a16:creationId xmlns:a16="http://schemas.microsoft.com/office/drawing/2014/main" id="{4FFE6A88-3CB2-307B-2B7D-384105C3C454}"/>
              </a:ext>
            </a:extLst>
          </p:cNvPr>
          <p:cNvSpPr>
            <a:spLocks noGrp="1"/>
          </p:cNvSpPr>
          <p:nvPr>
            <p:ph idx="1"/>
          </p:nvPr>
        </p:nvSpPr>
        <p:spPr>
          <a:xfrm>
            <a:off x="96982" y="762000"/>
            <a:ext cx="11665527" cy="5652654"/>
          </a:xfrm>
        </p:spPr>
        <p:txBody>
          <a:bodyPr>
            <a:normAutofit/>
          </a:bodyPr>
          <a:lstStyle/>
          <a:p>
            <a:pPr marL="0" indent="0">
              <a:buNone/>
            </a:pPr>
            <a:r>
              <a:rPr lang="fr-FR" sz="1200" b="1" dirty="0">
                <a:solidFill>
                  <a:schemeClr val="accent1"/>
                </a:solidFill>
              </a:rPr>
              <a:t>Avant chaque envoi, votre machine fait un seul calcul :</a:t>
            </a:r>
          </a:p>
          <a:p>
            <a:r>
              <a:rPr lang="fr-FR" sz="1200" dirty="0"/>
              <a:t>Destination </a:t>
            </a:r>
            <a:r>
              <a:rPr lang="fr-FR" sz="1200" b="1" dirty="0"/>
              <a:t>dans mon sous-réseau </a:t>
            </a:r>
            <a:r>
              <a:rPr lang="fr-FR" sz="1200" dirty="0"/>
              <a:t>(même résultat adresse ET masque) </a:t>
            </a:r>
            <a:r>
              <a:rPr lang="fr-FR" sz="1200" dirty="0">
                <a:sym typeface="Wingdings" panose="05000000000000000000" pitchFamily="2" charset="2"/>
              </a:rPr>
              <a:t> livraison directe : ARP + trame vers le MAC du destinataire</a:t>
            </a:r>
          </a:p>
          <a:p>
            <a:r>
              <a:rPr lang="fr-FR" sz="1200" dirty="0">
                <a:sym typeface="Wingdings" panose="05000000000000000000" pitchFamily="2" charset="2"/>
              </a:rPr>
              <a:t>Destination </a:t>
            </a:r>
            <a:r>
              <a:rPr lang="fr-FR" sz="1200" b="1" dirty="0">
                <a:sym typeface="Wingdings" panose="05000000000000000000" pitchFamily="2" charset="2"/>
              </a:rPr>
              <a:t>ailleurs</a:t>
            </a:r>
            <a:r>
              <a:rPr lang="fr-FR" sz="1200" dirty="0">
                <a:sym typeface="Wingdings" panose="05000000000000000000" pitchFamily="2" charset="2"/>
              </a:rPr>
              <a:t>  trame vers la MAC de</a:t>
            </a:r>
            <a:r>
              <a:rPr lang="fr-FR" sz="1200" b="1" dirty="0">
                <a:sym typeface="Wingdings" panose="05000000000000000000" pitchFamily="2" charset="2"/>
              </a:rPr>
              <a:t> la passerelle </a:t>
            </a:r>
            <a:r>
              <a:rPr lang="fr-FR" sz="1200" dirty="0">
                <a:sym typeface="Wingdings" panose="05000000000000000000" pitchFamily="2" charset="2"/>
              </a:rPr>
              <a:t>(le routeur), </a:t>
            </a:r>
          </a:p>
          <a:p>
            <a:endParaRPr lang="fr-FR" sz="1200" dirty="0">
              <a:sym typeface="Wingdings" panose="05000000000000000000" pitchFamily="2" charset="2"/>
            </a:endParaRPr>
          </a:p>
          <a:p>
            <a:r>
              <a:rPr lang="fr-FR" sz="1400" b="1" dirty="0">
                <a:solidFill>
                  <a:schemeClr val="accent1"/>
                </a:solidFill>
                <a:sym typeface="Wingdings" panose="05000000000000000000" pitchFamily="2" charset="2"/>
              </a:rPr>
              <a:t>La table de routage : c’est une liste de règles « pour telle destination, passe par là »</a:t>
            </a:r>
          </a:p>
          <a:p>
            <a:pPr marL="0" indent="0">
              <a:buNone/>
            </a:pPr>
            <a:endParaRPr lang="fr-FR" sz="1200" dirty="0"/>
          </a:p>
          <a:p>
            <a:pPr marL="0" indent="0">
              <a:buNone/>
            </a:pPr>
            <a:endParaRPr lang="fr-FR" sz="1200" dirty="0"/>
          </a:p>
          <a:p>
            <a:pPr marL="0" indent="0">
              <a:buNone/>
            </a:pPr>
            <a:endParaRPr lang="fr-FR" sz="1200" dirty="0"/>
          </a:p>
          <a:p>
            <a:pPr marL="0" indent="0">
              <a:buNone/>
            </a:pPr>
            <a:endParaRPr lang="fr-FR" sz="1200" dirty="0"/>
          </a:p>
          <a:p>
            <a:pPr marL="0" indent="0">
              <a:buNone/>
            </a:pPr>
            <a:endParaRPr lang="fr-FR" sz="1200" dirty="0"/>
          </a:p>
          <a:p>
            <a:pPr marL="0" indent="0">
              <a:buNone/>
            </a:pPr>
            <a:endParaRPr lang="fr-FR" sz="1200" dirty="0"/>
          </a:p>
          <a:p>
            <a:pPr marL="0" indent="0">
              <a:buNone/>
            </a:pPr>
            <a:endParaRPr lang="fr-FR" sz="1200" dirty="0"/>
          </a:p>
          <a:p>
            <a:pPr marL="0" indent="0">
              <a:buNone/>
            </a:pPr>
            <a:endParaRPr lang="fr-FR" sz="1200" dirty="0"/>
          </a:p>
          <a:p>
            <a:r>
              <a:rPr lang="fr-FR" sz="1400" b="1" dirty="0">
                <a:solidFill>
                  <a:schemeClr val="accent1"/>
                </a:solidFill>
              </a:rPr>
              <a:t>Lire « </a:t>
            </a:r>
            <a:r>
              <a:rPr lang="fr-FR" sz="1400" b="1" dirty="0" err="1">
                <a:solidFill>
                  <a:schemeClr val="accent1"/>
                </a:solidFill>
              </a:rPr>
              <a:t>ip</a:t>
            </a:r>
            <a:r>
              <a:rPr lang="fr-FR" sz="1400" b="1" dirty="0">
                <a:solidFill>
                  <a:schemeClr val="accent1"/>
                </a:solidFill>
              </a:rPr>
              <a:t> route » sur la VM</a:t>
            </a:r>
          </a:p>
          <a:p>
            <a:endParaRPr lang="fr-FR" sz="1200" dirty="0"/>
          </a:p>
        </p:txBody>
      </p:sp>
      <p:pic>
        <p:nvPicPr>
          <p:cNvPr id="6" name="Image 5">
            <a:extLst>
              <a:ext uri="{FF2B5EF4-FFF2-40B4-BE49-F238E27FC236}">
                <a16:creationId xmlns:a16="http://schemas.microsoft.com/office/drawing/2014/main" id="{17D79A37-9E7B-50E7-614F-98903883B512}"/>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bright="-20000" contrast="40000"/>
                    </a14:imgEffect>
                  </a14:imgLayer>
                </a14:imgProps>
              </a:ext>
            </a:extLst>
          </a:blip>
          <a:srcRect r="13622" b="50372"/>
          <a:stretch>
            <a:fillRect/>
          </a:stretch>
        </p:blipFill>
        <p:spPr>
          <a:xfrm>
            <a:off x="8710673" y="1023081"/>
            <a:ext cx="2827611" cy="240235"/>
          </a:xfrm>
          <a:prstGeom prst="rect">
            <a:avLst/>
          </a:prstGeom>
        </p:spPr>
      </p:pic>
      <p:pic>
        <p:nvPicPr>
          <p:cNvPr id="8" name="Image 7">
            <a:extLst>
              <a:ext uri="{FF2B5EF4-FFF2-40B4-BE49-F238E27FC236}">
                <a16:creationId xmlns:a16="http://schemas.microsoft.com/office/drawing/2014/main" id="{419A6999-A05C-A5B2-9213-A02E0DD44506}"/>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2082192" y="2240182"/>
            <a:ext cx="6496323" cy="1348145"/>
          </a:xfrm>
          <a:prstGeom prst="rect">
            <a:avLst/>
          </a:prstGeom>
        </p:spPr>
      </p:pic>
      <p:sp>
        <p:nvSpPr>
          <p:cNvPr id="10" name="ZoneTexte 9">
            <a:extLst>
              <a:ext uri="{FF2B5EF4-FFF2-40B4-BE49-F238E27FC236}">
                <a16:creationId xmlns:a16="http://schemas.microsoft.com/office/drawing/2014/main" id="{DF9C004A-D8CD-BF0B-0E71-59A0A46C9485}"/>
              </a:ext>
            </a:extLst>
          </p:cNvPr>
          <p:cNvSpPr txBox="1"/>
          <p:nvPr/>
        </p:nvSpPr>
        <p:spPr>
          <a:xfrm flipH="1">
            <a:off x="96982" y="3748190"/>
            <a:ext cx="10120746" cy="830997"/>
          </a:xfrm>
          <a:prstGeom prst="rect">
            <a:avLst/>
          </a:prstGeom>
          <a:noFill/>
        </p:spPr>
        <p:txBody>
          <a:bodyPr wrap="square" rtlCol="0">
            <a:spAutoFit/>
          </a:bodyPr>
          <a:lstStyle/>
          <a:p>
            <a:r>
              <a:rPr lang="fr-FR" sz="1200" dirty="0"/>
              <a:t>Règles de lecture:</a:t>
            </a:r>
          </a:p>
          <a:p>
            <a:pPr marL="228600" indent="-228600">
              <a:buAutoNum type="arabicPeriod"/>
            </a:pPr>
            <a:r>
              <a:rPr lang="fr-FR" sz="1200" dirty="0"/>
              <a:t>On cherche </a:t>
            </a:r>
            <a:r>
              <a:rPr lang="fr-FR" sz="1200" b="1" dirty="0"/>
              <a:t>toutes</a:t>
            </a:r>
            <a:r>
              <a:rPr lang="fr-FR" sz="1200" dirty="0"/>
              <a:t> les routes qui correspondent à la destination. </a:t>
            </a:r>
          </a:p>
          <a:p>
            <a:pPr marL="228600" indent="-228600">
              <a:buAutoNum type="arabicPeriod"/>
            </a:pPr>
            <a:r>
              <a:rPr lang="fr-FR" sz="1200" dirty="0"/>
              <a:t> La plus</a:t>
            </a:r>
            <a:r>
              <a:rPr lang="fr-FR" sz="1200" b="1" dirty="0"/>
              <a:t> spécifique </a:t>
            </a:r>
            <a:r>
              <a:rPr lang="fr-FR" sz="1200" dirty="0"/>
              <a:t>gagne : c'est le </a:t>
            </a:r>
            <a:r>
              <a:rPr lang="fr-FR" sz="1200" b="1" dirty="0" err="1"/>
              <a:t>longest</a:t>
            </a:r>
            <a:r>
              <a:rPr lang="fr-FR" sz="1200" b="1" dirty="0"/>
              <a:t> </a:t>
            </a:r>
            <a:r>
              <a:rPr lang="fr-FR" sz="1200" b="1" dirty="0" err="1"/>
              <a:t>prefix</a:t>
            </a:r>
            <a:r>
              <a:rPr lang="fr-FR" sz="1200" b="1" dirty="0"/>
              <a:t> match </a:t>
            </a:r>
            <a:r>
              <a:rPr lang="fr-FR" sz="1200" dirty="0"/>
              <a:t>(un /24 bat un /16, qui bat /0). </a:t>
            </a:r>
          </a:p>
          <a:p>
            <a:pPr marL="228600" indent="-228600">
              <a:buAutoNum type="arabicPeriod"/>
            </a:pPr>
            <a:r>
              <a:rPr lang="fr-FR" sz="1200" dirty="0">
                <a:highlight>
                  <a:srgbClr val="00FF00"/>
                </a:highlight>
              </a:rPr>
              <a:t>0.0.0.0/0</a:t>
            </a:r>
            <a:r>
              <a:rPr lang="fr-FR" sz="1200" dirty="0"/>
              <a:t> correspond à </a:t>
            </a:r>
            <a:r>
              <a:rPr lang="fr-FR" sz="1200" b="1" dirty="0"/>
              <a:t>tout</a:t>
            </a:r>
            <a:r>
              <a:rPr lang="fr-FR" sz="1200" dirty="0"/>
              <a:t> : c'est la route par défaut, celle qui mène à la </a:t>
            </a:r>
            <a:r>
              <a:rPr lang="fr-FR" sz="1200" b="1" dirty="0"/>
              <a:t>passerelle par défaut </a:t>
            </a:r>
            <a:r>
              <a:rPr lang="fr-FR" sz="1200" dirty="0"/>
              <a:t>(default </a:t>
            </a:r>
            <a:r>
              <a:rPr lang="fr-FR" sz="1200" dirty="0" err="1"/>
              <a:t>gateway</a:t>
            </a:r>
            <a:r>
              <a:rPr lang="fr-FR" sz="1200" dirty="0"/>
              <a:t>)</a:t>
            </a:r>
          </a:p>
        </p:txBody>
      </p:sp>
      <p:pic>
        <p:nvPicPr>
          <p:cNvPr id="12" name="Image 11">
            <a:extLst>
              <a:ext uri="{FF2B5EF4-FFF2-40B4-BE49-F238E27FC236}">
                <a16:creationId xmlns:a16="http://schemas.microsoft.com/office/drawing/2014/main" id="{C5426861-169B-4BA4-9DD3-742ED9D1BD73}"/>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20000" contrast="40000"/>
                    </a14:imgEffect>
                  </a14:imgLayer>
                </a14:imgProps>
              </a:ext>
            </a:extLst>
          </a:blip>
          <a:stretch>
            <a:fillRect/>
          </a:stretch>
        </p:blipFill>
        <p:spPr>
          <a:xfrm>
            <a:off x="2443140" y="4736156"/>
            <a:ext cx="6029920" cy="1808247"/>
          </a:xfrm>
          <a:prstGeom prst="rect">
            <a:avLst/>
          </a:prstGeom>
        </p:spPr>
      </p:pic>
      <p:pic>
        <p:nvPicPr>
          <p:cNvPr id="14" name="Image 13">
            <a:extLst>
              <a:ext uri="{FF2B5EF4-FFF2-40B4-BE49-F238E27FC236}">
                <a16:creationId xmlns:a16="http://schemas.microsoft.com/office/drawing/2014/main" id="{7F83F6E9-D2CD-2678-1648-6420228FA35D}"/>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bright="-20000" contrast="40000"/>
                    </a14:imgEffect>
                  </a14:imgLayer>
                </a14:imgProps>
              </a:ext>
            </a:extLst>
          </a:blip>
          <a:srcRect t="50372"/>
          <a:stretch>
            <a:fillRect/>
          </a:stretch>
        </p:blipFill>
        <p:spPr>
          <a:xfrm>
            <a:off x="4845984" y="1309748"/>
            <a:ext cx="3273510" cy="240236"/>
          </a:xfrm>
          <a:prstGeom prst="rect">
            <a:avLst/>
          </a:prstGeom>
        </p:spPr>
      </p:pic>
    </p:spTree>
    <p:extLst>
      <p:ext uri="{BB962C8B-B14F-4D97-AF65-F5344CB8AC3E}">
        <p14:creationId xmlns:p14="http://schemas.microsoft.com/office/powerpoint/2010/main" val="3982608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EFFBE-EA4E-7AA1-E8A7-2433FB53D75B}"/>
            </a:ext>
          </a:extLst>
        </p:cNvPr>
        <p:cNvGrpSpPr/>
        <p:nvPr/>
      </p:nvGrpSpPr>
      <p:grpSpPr>
        <a:xfrm>
          <a:off x="0" y="0"/>
          <a:ext cx="0" cy="0"/>
          <a:chOff x="0" y="0"/>
          <a:chExt cx="0" cy="0"/>
        </a:xfrm>
      </p:grpSpPr>
      <p:sp>
        <p:nvSpPr>
          <p:cNvPr id="35" name="Titre 1">
            <a:extLst>
              <a:ext uri="{FF2B5EF4-FFF2-40B4-BE49-F238E27FC236}">
                <a16:creationId xmlns:a16="http://schemas.microsoft.com/office/drawing/2014/main" id="{645CE09A-79BB-DC52-3080-B64EAAFD6DED}"/>
              </a:ext>
            </a:extLst>
          </p:cNvPr>
          <p:cNvSpPr txBox="1">
            <a:spLocks/>
          </p:cNvSpPr>
          <p:nvPr/>
        </p:nvSpPr>
        <p:spPr>
          <a:xfrm>
            <a:off x="246707" y="154565"/>
            <a:ext cx="6983648" cy="477686"/>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r>
              <a:rPr lang="fr-FR" sz="1800" dirty="0"/>
              <a:t>Acheminer : ROUTAGE – Comment un paquet trouve son chemin</a:t>
            </a:r>
            <a:endParaRPr lang="fr-FR" sz="1200" dirty="0"/>
          </a:p>
        </p:txBody>
      </p:sp>
      <p:sp>
        <p:nvSpPr>
          <p:cNvPr id="3" name="Espace réservé du contenu 2">
            <a:extLst>
              <a:ext uri="{FF2B5EF4-FFF2-40B4-BE49-F238E27FC236}">
                <a16:creationId xmlns:a16="http://schemas.microsoft.com/office/drawing/2014/main" id="{44EBF65A-5A52-1C40-2AFD-807D40722FE0}"/>
              </a:ext>
            </a:extLst>
          </p:cNvPr>
          <p:cNvSpPr>
            <a:spLocks noGrp="1"/>
          </p:cNvSpPr>
          <p:nvPr>
            <p:ph idx="1"/>
          </p:nvPr>
        </p:nvSpPr>
        <p:spPr>
          <a:xfrm>
            <a:off x="246707" y="757989"/>
            <a:ext cx="11664555" cy="5418974"/>
          </a:xfrm>
        </p:spPr>
        <p:txBody>
          <a:bodyPr>
            <a:normAutofit/>
          </a:bodyPr>
          <a:lstStyle/>
          <a:p>
            <a:r>
              <a:rPr lang="fr-FR" sz="1400" b="1" dirty="0">
                <a:solidFill>
                  <a:schemeClr val="accent1"/>
                </a:solidFill>
              </a:rPr>
              <a:t>Route statique ou routage dynamique?</a:t>
            </a:r>
          </a:p>
          <a:p>
            <a:pPr lvl="1">
              <a:buFont typeface="Wingdings" panose="05000000000000000000" pitchFamily="2" charset="2"/>
              <a:buChar char="q"/>
            </a:pPr>
            <a:r>
              <a:rPr lang="fr-FR" sz="1200" b="1" dirty="0"/>
              <a:t>Une route statique </a:t>
            </a:r>
            <a:r>
              <a:rPr lang="fr-FR" sz="1200" dirty="0"/>
              <a:t>: écrite à la main (</a:t>
            </a:r>
            <a:r>
              <a:rPr lang="fr-FR" sz="1200" dirty="0" err="1"/>
              <a:t>ip</a:t>
            </a:r>
            <a:r>
              <a:rPr lang="fr-FR" sz="1200" dirty="0"/>
              <a:t> route </a:t>
            </a:r>
            <a:r>
              <a:rPr lang="fr-FR" sz="1200" dirty="0" err="1"/>
              <a:t>add</a:t>
            </a:r>
            <a:r>
              <a:rPr lang="fr-FR" sz="1200" dirty="0"/>
              <a:t>). Simple, prévisible parfaite pour un petit site</a:t>
            </a:r>
          </a:p>
          <a:p>
            <a:pPr lvl="1">
              <a:buFont typeface="Wingdings" panose="05000000000000000000" pitchFamily="2" charset="2"/>
              <a:buChar char="q"/>
            </a:pPr>
            <a:r>
              <a:rPr lang="fr-FR" sz="1200" b="1" dirty="0"/>
              <a:t>Un routage dynamique : </a:t>
            </a:r>
            <a:r>
              <a:rPr lang="fr-FR" sz="1200" dirty="0"/>
              <a:t>les routeurs s'échangent leurs routes via des protocoles (OSPF en interne, BGP entre opérateurs — le protocole qui fait tenir Internet)</a:t>
            </a:r>
          </a:p>
          <a:p>
            <a:pPr marL="0" indent="0">
              <a:buNone/>
            </a:pPr>
            <a:r>
              <a:rPr lang="fr-FR" sz="1200" b="1" dirty="0"/>
              <a:t>	Dans le cloud : </a:t>
            </a:r>
          </a:p>
          <a:p>
            <a:pPr marL="0" indent="0">
              <a:buNone/>
            </a:pPr>
            <a:r>
              <a:rPr lang="fr-FR" sz="1200" b="1" dirty="0"/>
              <a:t>	- </a:t>
            </a:r>
            <a:r>
              <a:rPr lang="fr-FR" sz="1200" dirty="0"/>
              <a:t>Chaque sous-réseau VPC est associé à une </a:t>
            </a:r>
            <a:r>
              <a:rPr lang="fr-FR" sz="1200" b="1" dirty="0"/>
              <a:t>table de routage </a:t>
            </a:r>
            <a:r>
              <a:rPr lang="fr-FR" sz="1200" dirty="0"/>
              <a:t>que nous écrivons: des routes statiques, exactement comme </a:t>
            </a:r>
            <a:r>
              <a:rPr lang="fr-FR" sz="1200" b="1" dirty="0" err="1"/>
              <a:t>ip</a:t>
            </a:r>
            <a:r>
              <a:rPr lang="fr-FR" sz="1200" b="1" dirty="0"/>
              <a:t> route </a:t>
            </a:r>
            <a:r>
              <a:rPr lang="fr-FR" sz="1200" b="1" dirty="0" err="1"/>
              <a:t>add</a:t>
            </a:r>
            <a:r>
              <a:rPr lang="fr-FR" sz="1200" dirty="0"/>
              <a:t>.</a:t>
            </a:r>
          </a:p>
          <a:p>
            <a:pPr marL="0" indent="0">
              <a:buNone/>
            </a:pPr>
            <a:r>
              <a:rPr lang="fr-FR" sz="1200" dirty="0"/>
              <a:t>	- La ligne 0.0.0.0/0 </a:t>
            </a:r>
            <a:r>
              <a:rPr lang="fr-FR" sz="1200" dirty="0">
                <a:sym typeface="Wingdings" panose="05000000000000000000" pitchFamily="2" charset="2"/>
              </a:rPr>
              <a:t> </a:t>
            </a:r>
            <a:r>
              <a:rPr lang="fr-FR" sz="1200" dirty="0" err="1">
                <a:sym typeface="Wingdings" panose="05000000000000000000" pitchFamily="2" charset="2"/>
              </a:rPr>
              <a:t>igw</a:t>
            </a:r>
            <a:r>
              <a:rPr lang="fr-FR" sz="1200" dirty="0">
                <a:sym typeface="Wingdings" panose="05000000000000000000" pitchFamily="2" charset="2"/>
              </a:rPr>
              <a:t>-…. Est une passerelle par défaut</a:t>
            </a:r>
          </a:p>
          <a:p>
            <a:r>
              <a:rPr lang="fr-FR" sz="1400" b="1" dirty="0">
                <a:solidFill>
                  <a:schemeClr val="accent1"/>
                </a:solidFill>
              </a:rPr>
              <a:t>Le NAT : Network </a:t>
            </a:r>
            <a:r>
              <a:rPr lang="fr-FR" sz="1400" b="1" dirty="0" err="1">
                <a:solidFill>
                  <a:schemeClr val="accent1"/>
                </a:solidFill>
              </a:rPr>
              <a:t>Address</a:t>
            </a:r>
            <a:r>
              <a:rPr lang="fr-FR" sz="1400" b="1" dirty="0">
                <a:solidFill>
                  <a:schemeClr val="accent1"/>
                </a:solidFill>
              </a:rPr>
              <a:t> Translation </a:t>
            </a:r>
          </a:p>
          <a:p>
            <a:pPr marL="0" indent="0">
              <a:buNone/>
            </a:pPr>
            <a:r>
              <a:rPr lang="fr-FR" sz="1400" b="1" dirty="0">
                <a:solidFill>
                  <a:schemeClr val="accent1"/>
                </a:solidFill>
              </a:rPr>
              <a:t>Déf : </a:t>
            </a:r>
            <a:r>
              <a:rPr lang="fr-FR" sz="1200" dirty="0"/>
              <a:t>Un équipement de bordure (box, routeur, NAT Gateway) réécrit les adresses des paquets qui le traversent et tient un tableau des correspondances. </a:t>
            </a:r>
          </a:p>
          <a:p>
            <a:r>
              <a:rPr lang="fr-FR" sz="1200" dirty="0"/>
              <a:t>Deux grandes familles :</a:t>
            </a:r>
          </a:p>
          <a:p>
            <a:pPr lvl="1">
              <a:buFont typeface="Wingdings" panose="05000000000000000000" pitchFamily="2" charset="2"/>
              <a:buChar char="v"/>
            </a:pPr>
            <a:r>
              <a:rPr lang="fr-FR" sz="1200" dirty="0"/>
              <a:t> </a:t>
            </a:r>
            <a:r>
              <a:rPr lang="fr-FR" sz="1200" b="1" dirty="0"/>
              <a:t>SNAT (source NAT) : </a:t>
            </a:r>
            <a:r>
              <a:rPr lang="fr-FR" sz="1200" dirty="0"/>
              <a:t>je sors vers Internet → on réécrit la source ; il sort en se faisant passer pour la passerelle </a:t>
            </a:r>
          </a:p>
          <a:p>
            <a:pPr marL="457200" lvl="1" indent="0">
              <a:buNone/>
            </a:pPr>
            <a:r>
              <a:rPr lang="fr-FR" sz="1200" dirty="0"/>
              <a:t>	- Le NAT retient </a:t>
            </a:r>
            <a:r>
              <a:rPr lang="fr-FR" sz="1200" b="1" dirty="0"/>
              <a:t>(IP: port interne) ⇔ (IP :port public</a:t>
            </a:r>
            <a:r>
              <a:rPr lang="fr-FR" sz="1200" dirty="0"/>
              <a:t>) pour chaque connexion : c'est </a:t>
            </a:r>
            <a:r>
              <a:rPr lang="fr-FR" sz="1200" b="1" dirty="0"/>
              <a:t>le PAT (Port </a:t>
            </a:r>
            <a:r>
              <a:rPr lang="fr-FR" sz="1200" b="1" dirty="0" err="1"/>
              <a:t>Address</a:t>
            </a:r>
            <a:r>
              <a:rPr lang="fr-FR" sz="1200" b="1" dirty="0"/>
              <a:t> Translation</a:t>
            </a:r>
            <a:r>
              <a:rPr lang="fr-FR" sz="1200" dirty="0"/>
              <a:t>) — des centaines de machines partagent </a:t>
            </a:r>
            <a:r>
              <a:rPr lang="fr-FR" sz="1200" b="1" dirty="0"/>
              <a:t>une seule 	adresse publique.</a:t>
            </a:r>
          </a:p>
          <a:p>
            <a:pPr marL="457200" lvl="1" indent="0">
              <a:buNone/>
            </a:pPr>
            <a:r>
              <a:rPr lang="fr-FR" sz="1200" b="1" dirty="0"/>
              <a:t>		</a:t>
            </a:r>
          </a:p>
          <a:p>
            <a:pPr marL="457200" lvl="1" indent="0">
              <a:buNone/>
            </a:pPr>
            <a:r>
              <a:rPr lang="fr-FR" sz="1200" b="1" dirty="0"/>
              <a:t>DNAT (destination NAT) : </a:t>
            </a:r>
            <a:r>
              <a:rPr lang="fr-FR" sz="1200" dirty="0"/>
              <a:t>on me contacte depuis Internet → on réécrit la destination (redirection de port, </a:t>
            </a:r>
            <a:r>
              <a:rPr lang="fr-FR" sz="1200" dirty="0" err="1"/>
              <a:t>load</a:t>
            </a:r>
            <a:r>
              <a:rPr lang="fr-FR" sz="1200" dirty="0"/>
              <a:t> balancer)</a:t>
            </a:r>
            <a:r>
              <a:rPr lang="fr-FR" sz="1200" b="1" dirty="0"/>
              <a:t> </a:t>
            </a:r>
          </a:p>
          <a:p>
            <a:pPr marL="0" indent="0">
              <a:buNone/>
            </a:pPr>
            <a:r>
              <a:rPr lang="fr-FR" sz="1200" b="1" dirty="0"/>
              <a:t> Conséquences du NAT pour le CLOUD </a:t>
            </a:r>
            <a:r>
              <a:rPr lang="fr-FR" sz="1600" b="1" dirty="0"/>
              <a:t>: </a:t>
            </a:r>
          </a:p>
          <a:p>
            <a:pPr marL="457200" lvl="1" indent="0">
              <a:buNone/>
            </a:pPr>
            <a:r>
              <a:rPr lang="fr-FR" sz="1200" dirty="0"/>
              <a:t>Une machine derrière un SNAT peut sortir, mais personne ne peut l'initier depuis l'extérieur : effet pare-feu de fait (asymétrie).</a:t>
            </a:r>
            <a:endParaRPr lang="fr-FR" sz="1200" b="1" dirty="0"/>
          </a:p>
          <a:p>
            <a:pPr marL="457200" lvl="1" indent="0">
              <a:buNone/>
            </a:pPr>
            <a:r>
              <a:rPr lang="fr-FR" sz="1200" dirty="0"/>
              <a:t>Pour rendre un service interne joignable : DNAT (ex. « le port 443 public → 192.168.1.10:8000 ») ou un répartiteur de charge devant.</a:t>
            </a:r>
          </a:p>
          <a:p>
            <a:pPr marL="457200" lvl="1" indent="0">
              <a:buNone/>
            </a:pPr>
            <a:r>
              <a:rPr lang="fr-FR" sz="1200" dirty="0"/>
              <a:t>Dans le cloud, le NAT est partout : </a:t>
            </a:r>
          </a:p>
          <a:p>
            <a:pPr marL="457200" lvl="1" indent="0">
              <a:buNone/>
            </a:pPr>
            <a:r>
              <a:rPr lang="fr-FR" sz="1200" dirty="0"/>
              <a:t>- la NAT Gateway AWS = un SNAT managé : les sous-réseaux privés sortent (mises à jour, API) sans jamais être joignables depuis Internet ; </a:t>
            </a:r>
          </a:p>
          <a:p>
            <a:pPr marL="457200" lvl="1" indent="0">
              <a:buNone/>
            </a:pPr>
            <a:r>
              <a:rPr lang="fr-FR" sz="1200" dirty="0"/>
              <a:t>- l'« IP publique » d'une instance EC2 est en réalité un DNAT 1:1 fait par l'infrastructure AWS : l'instance ne voit que son adresse privée ; </a:t>
            </a:r>
          </a:p>
          <a:p>
            <a:pPr marL="457200" lvl="1" indent="0">
              <a:buNone/>
            </a:pPr>
            <a:r>
              <a:rPr lang="fr-FR" sz="1200" dirty="0"/>
              <a:t>- l'Internet Gateway fait cette traduction 1:1 pour les sous-réseaux publics.</a:t>
            </a:r>
          </a:p>
          <a:p>
            <a:pPr lvl="1">
              <a:buFont typeface="Wingdings" panose="05000000000000000000" pitchFamily="2" charset="2"/>
              <a:buChar char="v"/>
            </a:pPr>
            <a:endParaRPr lang="fr-FR" sz="1200" dirty="0"/>
          </a:p>
        </p:txBody>
      </p:sp>
    </p:spTree>
    <p:extLst>
      <p:ext uri="{BB962C8B-B14F-4D97-AF65-F5344CB8AC3E}">
        <p14:creationId xmlns:p14="http://schemas.microsoft.com/office/powerpoint/2010/main" val="4699250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A5369-BABD-9A2B-2582-75DB2A88D80D}"/>
            </a:ext>
          </a:extLst>
        </p:cNvPr>
        <p:cNvGrpSpPr/>
        <p:nvPr/>
      </p:nvGrpSpPr>
      <p:grpSpPr>
        <a:xfrm>
          <a:off x="0" y="0"/>
          <a:ext cx="0" cy="0"/>
          <a:chOff x="0" y="0"/>
          <a:chExt cx="0" cy="0"/>
        </a:xfrm>
      </p:grpSpPr>
      <p:sp>
        <p:nvSpPr>
          <p:cNvPr id="35" name="Titre 1">
            <a:extLst>
              <a:ext uri="{FF2B5EF4-FFF2-40B4-BE49-F238E27FC236}">
                <a16:creationId xmlns:a16="http://schemas.microsoft.com/office/drawing/2014/main" id="{3EE32BD6-99B3-8D49-8D1B-0E750ACB1782}"/>
              </a:ext>
            </a:extLst>
          </p:cNvPr>
          <p:cNvSpPr txBox="1">
            <a:spLocks/>
          </p:cNvSpPr>
          <p:nvPr/>
        </p:nvSpPr>
        <p:spPr>
          <a:xfrm>
            <a:off x="246707" y="203351"/>
            <a:ext cx="6983648" cy="477686"/>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r>
              <a:rPr lang="fr-FR" sz="1800" dirty="0"/>
              <a:t>Acheminer : DHCP – Obtenir une adresse sans lever le petit doigt</a:t>
            </a:r>
            <a:endParaRPr lang="fr-FR" sz="1200" dirty="0"/>
          </a:p>
        </p:txBody>
      </p:sp>
      <p:sp>
        <p:nvSpPr>
          <p:cNvPr id="3" name="Espace réservé du contenu 2">
            <a:extLst>
              <a:ext uri="{FF2B5EF4-FFF2-40B4-BE49-F238E27FC236}">
                <a16:creationId xmlns:a16="http://schemas.microsoft.com/office/drawing/2014/main" id="{FEE8BDCA-B357-B04E-CE93-2F8F6878C030}"/>
              </a:ext>
            </a:extLst>
          </p:cNvPr>
          <p:cNvSpPr>
            <a:spLocks noGrp="1"/>
          </p:cNvSpPr>
          <p:nvPr>
            <p:ph idx="1"/>
          </p:nvPr>
        </p:nvSpPr>
        <p:spPr>
          <a:xfrm>
            <a:off x="246707" y="757989"/>
            <a:ext cx="11664555" cy="5418974"/>
          </a:xfrm>
        </p:spPr>
        <p:txBody>
          <a:bodyPr>
            <a:normAutofit/>
          </a:bodyPr>
          <a:lstStyle/>
          <a:p>
            <a:pPr marL="0" indent="0">
              <a:buNone/>
            </a:pPr>
            <a:r>
              <a:rPr lang="fr-FR" sz="1200" dirty="0"/>
              <a:t>DHCP (Dynamic Host Configuration Protocol) distribue automatiquement : adresse IP + </a:t>
            </a:r>
            <a:r>
              <a:rPr lang="fr-FR" sz="1200" dirty="0" err="1"/>
              <a:t>masue</a:t>
            </a:r>
            <a:r>
              <a:rPr lang="fr-FR" sz="1200" dirty="0"/>
              <a:t> , passerelle par défaut, serveur DNS, durée du </a:t>
            </a:r>
            <a:r>
              <a:rPr lang="fr-FR" sz="1200" b="1" dirty="0"/>
              <a:t>bail </a:t>
            </a:r>
          </a:p>
          <a:p>
            <a:pPr marL="0" indent="0">
              <a:buNone/>
            </a:pPr>
            <a:r>
              <a:rPr lang="fr-FR" sz="1200" b="1" dirty="0"/>
              <a:t>Le dialogue s’effectue en 4 temps  DORA</a:t>
            </a:r>
          </a:p>
          <a:p>
            <a:pPr marL="0" indent="0">
              <a:buNone/>
            </a:pPr>
            <a:endParaRPr lang="fr-FR" sz="1200" b="1" dirty="0"/>
          </a:p>
          <a:p>
            <a:pPr marL="0" indent="0">
              <a:buNone/>
            </a:pPr>
            <a:endParaRPr lang="fr-FR" sz="1200" b="1" dirty="0"/>
          </a:p>
          <a:p>
            <a:pPr marL="0" indent="0">
              <a:buNone/>
            </a:pPr>
            <a:endParaRPr lang="fr-FR" sz="1200" b="1" dirty="0"/>
          </a:p>
          <a:p>
            <a:pPr marL="0" indent="0">
              <a:buNone/>
            </a:pPr>
            <a:endParaRPr lang="fr-FR" sz="1200" b="1" dirty="0"/>
          </a:p>
          <a:p>
            <a:pPr marL="0" indent="0">
              <a:buNone/>
            </a:pPr>
            <a:endParaRPr lang="fr-FR" sz="1200" b="1" dirty="0"/>
          </a:p>
          <a:p>
            <a:pPr marL="0" indent="0">
              <a:buNone/>
            </a:pPr>
            <a:r>
              <a:rPr lang="fr-FR" sz="1200" dirty="0"/>
              <a:t>Le </a:t>
            </a:r>
            <a:r>
              <a:rPr lang="fr-FR" sz="1200" b="1" dirty="0"/>
              <a:t>bail</a:t>
            </a:r>
            <a:r>
              <a:rPr lang="fr-FR" sz="1200" dirty="0"/>
              <a:t> (</a:t>
            </a:r>
            <a:r>
              <a:rPr lang="fr-FR" sz="1200" dirty="0" err="1"/>
              <a:t>lease</a:t>
            </a:r>
            <a:r>
              <a:rPr lang="fr-FR" sz="1200" dirty="0"/>
              <a:t>) a une durée : le client</a:t>
            </a:r>
            <a:r>
              <a:rPr lang="fr-FR" sz="1200" b="1" dirty="0"/>
              <a:t> renouvelle </a:t>
            </a:r>
            <a:r>
              <a:rPr lang="fr-FR" sz="1200" dirty="0"/>
              <a:t>à mi-bail. </a:t>
            </a:r>
          </a:p>
          <a:p>
            <a:pPr marL="0" indent="0">
              <a:buNone/>
            </a:pPr>
            <a:r>
              <a:rPr lang="fr-FR" sz="1200" dirty="0"/>
              <a:t>Pas de réponse DHCP ? La machine s'auto-attribue une adresse 169.254.x.x (APIPA) — la voir, c'est déjà un diagnostic.</a:t>
            </a:r>
            <a:endParaRPr lang="fr-FR" sz="1200" b="1" dirty="0"/>
          </a:p>
          <a:p>
            <a:pPr marL="0" indent="0">
              <a:buNone/>
            </a:pPr>
            <a:r>
              <a:rPr lang="fr-FR" sz="1200" b="1" dirty="0"/>
              <a:t>Dans le CLOUD:</a:t>
            </a:r>
          </a:p>
          <a:p>
            <a:r>
              <a:rPr lang="fr-FR" sz="1200" dirty="0"/>
              <a:t>vous ne configurerez jamais de serveur DHCP : le VPC en fournit un (chez AWS, c'est lui qui répond sur chaque sous-réseau) ; </a:t>
            </a:r>
          </a:p>
          <a:p>
            <a:r>
              <a:rPr lang="fr-FR" sz="1200" dirty="0"/>
              <a:t>les instances EC2 reçoivent leur adresse privée par DHCP dans la plage du sous-réseau que vous avez calculée — votre plan d'adressage d'hier est servi par le DHCP d'AWS ; </a:t>
            </a:r>
          </a:p>
          <a:p>
            <a:r>
              <a:rPr lang="fr-FR" sz="1200" dirty="0"/>
              <a:t>les « DHCP option sets » AWS permettent de pousser vos propres DNS. Moralité : DHCP reste, seul l'opérateur du serveur change.</a:t>
            </a:r>
            <a:endParaRPr lang="fr-FR" sz="1200" b="1" dirty="0"/>
          </a:p>
        </p:txBody>
      </p:sp>
      <p:pic>
        <p:nvPicPr>
          <p:cNvPr id="4" name="Image 3">
            <a:extLst>
              <a:ext uri="{FF2B5EF4-FFF2-40B4-BE49-F238E27FC236}">
                <a16:creationId xmlns:a16="http://schemas.microsoft.com/office/drawing/2014/main" id="{AD84BC65-5651-F68F-68DC-04ED5C30544E}"/>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20000" contrast="40000"/>
                    </a14:imgEffect>
                  </a14:imgLayer>
                </a14:imgProps>
              </a:ext>
            </a:extLst>
          </a:blip>
          <a:stretch>
            <a:fillRect/>
          </a:stretch>
        </p:blipFill>
        <p:spPr>
          <a:xfrm>
            <a:off x="246707" y="1386664"/>
            <a:ext cx="7411484" cy="1286054"/>
          </a:xfrm>
          <a:prstGeom prst="rect">
            <a:avLst/>
          </a:prstGeom>
        </p:spPr>
      </p:pic>
    </p:spTree>
    <p:extLst>
      <p:ext uri="{BB962C8B-B14F-4D97-AF65-F5344CB8AC3E}">
        <p14:creationId xmlns:p14="http://schemas.microsoft.com/office/powerpoint/2010/main" val="58722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AD09B-1282-22F8-EF7C-6D1302569822}"/>
            </a:ext>
          </a:extLst>
        </p:cNvPr>
        <p:cNvGrpSpPr/>
        <p:nvPr/>
      </p:nvGrpSpPr>
      <p:grpSpPr>
        <a:xfrm>
          <a:off x="0" y="0"/>
          <a:ext cx="0" cy="0"/>
          <a:chOff x="0" y="0"/>
          <a:chExt cx="0" cy="0"/>
        </a:xfrm>
      </p:grpSpPr>
      <p:sp>
        <p:nvSpPr>
          <p:cNvPr id="35" name="Titre 1">
            <a:extLst>
              <a:ext uri="{FF2B5EF4-FFF2-40B4-BE49-F238E27FC236}">
                <a16:creationId xmlns:a16="http://schemas.microsoft.com/office/drawing/2014/main" id="{66DBA8DE-E2F9-4B17-49FD-AB76A535F489}"/>
              </a:ext>
            </a:extLst>
          </p:cNvPr>
          <p:cNvSpPr txBox="1">
            <a:spLocks/>
          </p:cNvSpPr>
          <p:nvPr/>
        </p:nvSpPr>
        <p:spPr>
          <a:xfrm>
            <a:off x="246707" y="203351"/>
            <a:ext cx="7664238" cy="477686"/>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r>
              <a:rPr lang="fr-FR" sz="1800" dirty="0"/>
              <a:t>Acheminer : DNS en profondeur - l’annuaire distribué le plus critique du monde</a:t>
            </a:r>
            <a:endParaRPr lang="fr-FR" sz="1200" dirty="0"/>
          </a:p>
        </p:txBody>
      </p:sp>
      <p:sp>
        <p:nvSpPr>
          <p:cNvPr id="3" name="Espace réservé du contenu 2">
            <a:extLst>
              <a:ext uri="{FF2B5EF4-FFF2-40B4-BE49-F238E27FC236}">
                <a16:creationId xmlns:a16="http://schemas.microsoft.com/office/drawing/2014/main" id="{B1B94C4D-8DDA-308F-38C3-B5E1D05418FF}"/>
              </a:ext>
            </a:extLst>
          </p:cNvPr>
          <p:cNvSpPr>
            <a:spLocks noGrp="1"/>
          </p:cNvSpPr>
          <p:nvPr>
            <p:ph idx="1"/>
          </p:nvPr>
        </p:nvSpPr>
        <p:spPr>
          <a:xfrm>
            <a:off x="246707" y="757989"/>
            <a:ext cx="11664555" cy="5418974"/>
          </a:xfrm>
        </p:spPr>
        <p:txBody>
          <a:bodyPr>
            <a:normAutofit/>
          </a:bodyPr>
          <a:lstStyle/>
          <a:p>
            <a:pPr marL="0" indent="0">
              <a:buNone/>
            </a:pPr>
            <a:r>
              <a:rPr lang="fr-FR" sz="1200" b="1" dirty="0"/>
              <a:t>DNS (Domaine Name System) : </a:t>
            </a:r>
            <a:r>
              <a:rPr lang="fr-FR" sz="1200" dirty="0"/>
              <a:t>fait la traduction et ben plus (messagerie, vérification de domaine, répartition de charge) </a:t>
            </a:r>
          </a:p>
          <a:p>
            <a:pPr marL="0" indent="0">
              <a:buNone/>
            </a:pPr>
            <a:r>
              <a:rPr lang="fr-FR" sz="1200" dirty="0"/>
              <a:t>Pourquoi « en profondeur » aujourd'hui ? </a:t>
            </a:r>
          </a:p>
          <a:p>
            <a:r>
              <a:rPr lang="fr-FR" sz="1200" dirty="0"/>
              <a:t>Toute panne DNS ressemble à une panne réseau totale : savoir le diagnostiquer vous distingue immédiatement. </a:t>
            </a:r>
          </a:p>
          <a:p>
            <a:r>
              <a:rPr lang="fr-FR" sz="1200" dirty="0"/>
              <a:t>Dans le cloud : Route 53 (CL-AWS1 J7), les certificats TLS validés par DNS (ACM), les </a:t>
            </a:r>
            <a:r>
              <a:rPr lang="fr-FR" sz="1200" dirty="0" err="1"/>
              <a:t>endpoints</a:t>
            </a:r>
            <a:r>
              <a:rPr lang="fr-FR" sz="1200" dirty="0"/>
              <a:t> privés… tout repose sur ces mécanismes. </a:t>
            </a:r>
          </a:p>
          <a:p>
            <a:pPr marL="0" indent="0">
              <a:buNone/>
            </a:pPr>
            <a:r>
              <a:rPr lang="fr-FR" sz="1200" dirty="0"/>
              <a:t>Un nom de domaine se lit de droite à gauche :</a:t>
            </a:r>
          </a:p>
          <a:p>
            <a:pPr marL="0" indent="0">
              <a:buNone/>
            </a:pPr>
            <a:endParaRPr lang="fr-FR" sz="1200" dirty="0"/>
          </a:p>
          <a:p>
            <a:pPr marL="0" indent="0">
              <a:buNone/>
            </a:pPr>
            <a:endParaRPr lang="fr-FR" sz="1200" dirty="0"/>
          </a:p>
          <a:p>
            <a:pPr marL="0" indent="0">
              <a:buNone/>
            </a:pPr>
            <a:endParaRPr lang="fr-FR" sz="1200" dirty="0"/>
          </a:p>
          <a:p>
            <a:pPr marL="0" indent="0">
              <a:buNone/>
            </a:pPr>
            <a:endParaRPr lang="fr-FR" sz="1200" dirty="0"/>
          </a:p>
          <a:p>
            <a:pPr marL="0" indent="0">
              <a:buNone/>
            </a:pPr>
            <a:endParaRPr lang="fr-FR" sz="1200" dirty="0"/>
          </a:p>
          <a:p>
            <a:pPr marL="0" indent="0">
              <a:buNone/>
            </a:pPr>
            <a:r>
              <a:rPr lang="fr-FR" sz="1200" dirty="0"/>
              <a:t>La hiérarchie : racine </a:t>
            </a:r>
            <a:r>
              <a:rPr lang="fr-FR" sz="1200" dirty="0">
                <a:sym typeface="Wingdings" panose="05000000000000000000" pitchFamily="2" charset="2"/>
              </a:rPr>
              <a:t> TLD  autoritaire</a:t>
            </a:r>
          </a:p>
          <a:p>
            <a:pPr marL="0" indent="0">
              <a:buNone/>
            </a:pPr>
            <a:endParaRPr lang="fr-FR" sz="1200" dirty="0">
              <a:sym typeface="Wingdings" panose="05000000000000000000" pitchFamily="2" charset="2"/>
            </a:endParaRPr>
          </a:p>
          <a:p>
            <a:pPr marL="0" indent="0">
              <a:buNone/>
            </a:pPr>
            <a:endParaRPr lang="fr-FR" sz="1200" dirty="0">
              <a:sym typeface="Wingdings" panose="05000000000000000000" pitchFamily="2" charset="2"/>
            </a:endParaRPr>
          </a:p>
          <a:p>
            <a:pPr marL="0" indent="0">
              <a:buNone/>
            </a:pPr>
            <a:endParaRPr lang="fr-FR" sz="1200" dirty="0">
              <a:sym typeface="Wingdings" panose="05000000000000000000" pitchFamily="2" charset="2"/>
            </a:endParaRPr>
          </a:p>
          <a:p>
            <a:pPr marL="0" indent="0">
              <a:buNone/>
            </a:pPr>
            <a:endParaRPr lang="fr-FR" sz="1200" dirty="0">
              <a:sym typeface="Wingdings" panose="05000000000000000000" pitchFamily="2" charset="2"/>
            </a:endParaRPr>
          </a:p>
          <a:p>
            <a:pPr marL="0" indent="0">
              <a:buNone/>
            </a:pPr>
            <a:endParaRPr lang="fr-FR" sz="1200" dirty="0">
              <a:sym typeface="Wingdings" panose="05000000000000000000" pitchFamily="2" charset="2"/>
            </a:endParaRPr>
          </a:p>
          <a:p>
            <a:r>
              <a:rPr lang="fr-FR" sz="1200" dirty="0"/>
              <a:t>Serveur autoritaire : détient la zone (le fichier des enregistrements) et fait foi pour son domaine. </a:t>
            </a:r>
          </a:p>
          <a:p>
            <a:r>
              <a:rPr lang="fr-FR" sz="1200" dirty="0"/>
              <a:t>Personne ne connaît tout : chaque étage sait seulement qui interroger à l'étage du dessous (délégation via enregistrements NS)</a:t>
            </a:r>
            <a:endParaRPr lang="fr-FR" sz="1200" dirty="0">
              <a:sym typeface="Wingdings" panose="05000000000000000000" pitchFamily="2" charset="2"/>
            </a:endParaRPr>
          </a:p>
          <a:p>
            <a:pPr marL="0" indent="0">
              <a:buNone/>
            </a:pPr>
            <a:endParaRPr lang="fr-FR" sz="1200" dirty="0"/>
          </a:p>
          <a:p>
            <a:pPr marL="0" indent="0">
              <a:buNone/>
            </a:pPr>
            <a:endParaRPr lang="fr-FR" sz="1200" dirty="0"/>
          </a:p>
        </p:txBody>
      </p:sp>
      <p:pic>
        <p:nvPicPr>
          <p:cNvPr id="5" name="Image 4">
            <a:extLst>
              <a:ext uri="{FF2B5EF4-FFF2-40B4-BE49-F238E27FC236}">
                <a16:creationId xmlns:a16="http://schemas.microsoft.com/office/drawing/2014/main" id="{79774D9D-10C9-3447-D9C0-2F2734C86F13}"/>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20000" contrast="40000"/>
                    </a14:imgEffect>
                  </a14:imgLayer>
                </a14:imgProps>
              </a:ext>
            </a:extLst>
          </a:blip>
          <a:stretch>
            <a:fillRect/>
          </a:stretch>
        </p:blipFill>
        <p:spPr>
          <a:xfrm>
            <a:off x="280738" y="2266788"/>
            <a:ext cx="4858428" cy="1162212"/>
          </a:xfrm>
          <a:prstGeom prst="rect">
            <a:avLst/>
          </a:prstGeom>
        </p:spPr>
      </p:pic>
      <p:pic>
        <p:nvPicPr>
          <p:cNvPr id="7" name="Image 6">
            <a:extLst>
              <a:ext uri="{FF2B5EF4-FFF2-40B4-BE49-F238E27FC236}">
                <a16:creationId xmlns:a16="http://schemas.microsoft.com/office/drawing/2014/main" id="{7E9D4AD6-C734-7424-9E26-D58CF47B4E5D}"/>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brightnessContrast bright="-20000" contrast="40000"/>
                    </a14:imgEffect>
                  </a14:imgLayer>
                </a14:imgProps>
              </a:ext>
            </a:extLst>
          </a:blip>
          <a:stretch>
            <a:fillRect/>
          </a:stretch>
        </p:blipFill>
        <p:spPr>
          <a:xfrm>
            <a:off x="280739" y="4080429"/>
            <a:ext cx="4956280" cy="1303637"/>
          </a:xfrm>
          <a:prstGeom prst="rect">
            <a:avLst/>
          </a:prstGeom>
        </p:spPr>
      </p:pic>
    </p:spTree>
    <p:extLst>
      <p:ext uri="{BB962C8B-B14F-4D97-AF65-F5344CB8AC3E}">
        <p14:creationId xmlns:p14="http://schemas.microsoft.com/office/powerpoint/2010/main" val="41145825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5973D-DF63-CA4D-3D16-D2035F6CD460}"/>
            </a:ext>
          </a:extLst>
        </p:cNvPr>
        <p:cNvGrpSpPr/>
        <p:nvPr/>
      </p:nvGrpSpPr>
      <p:grpSpPr>
        <a:xfrm>
          <a:off x="0" y="0"/>
          <a:ext cx="0" cy="0"/>
          <a:chOff x="0" y="0"/>
          <a:chExt cx="0" cy="0"/>
        </a:xfrm>
      </p:grpSpPr>
      <p:sp>
        <p:nvSpPr>
          <p:cNvPr id="35" name="Titre 1">
            <a:extLst>
              <a:ext uri="{FF2B5EF4-FFF2-40B4-BE49-F238E27FC236}">
                <a16:creationId xmlns:a16="http://schemas.microsoft.com/office/drawing/2014/main" id="{CEFF4086-1F14-3858-D44B-A3F6E7F31E2F}"/>
              </a:ext>
            </a:extLst>
          </p:cNvPr>
          <p:cNvSpPr txBox="1">
            <a:spLocks/>
          </p:cNvSpPr>
          <p:nvPr/>
        </p:nvSpPr>
        <p:spPr>
          <a:xfrm>
            <a:off x="246707" y="203351"/>
            <a:ext cx="7664238" cy="477686"/>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r>
              <a:rPr lang="fr-FR" sz="1800" dirty="0"/>
              <a:t>Acheminer : DNS – TTL : La mémoire du DNS</a:t>
            </a:r>
            <a:endParaRPr lang="fr-FR" sz="1200" dirty="0"/>
          </a:p>
        </p:txBody>
      </p:sp>
      <p:sp>
        <p:nvSpPr>
          <p:cNvPr id="3" name="Espace réservé du contenu 2">
            <a:extLst>
              <a:ext uri="{FF2B5EF4-FFF2-40B4-BE49-F238E27FC236}">
                <a16:creationId xmlns:a16="http://schemas.microsoft.com/office/drawing/2014/main" id="{868A33B8-4089-001C-2C63-1AB5BD42832E}"/>
              </a:ext>
            </a:extLst>
          </p:cNvPr>
          <p:cNvSpPr>
            <a:spLocks noGrp="1"/>
          </p:cNvSpPr>
          <p:nvPr>
            <p:ph idx="1"/>
          </p:nvPr>
        </p:nvSpPr>
        <p:spPr>
          <a:xfrm>
            <a:off x="246707" y="757989"/>
            <a:ext cx="11664555" cy="5418974"/>
          </a:xfrm>
        </p:spPr>
        <p:txBody>
          <a:bodyPr>
            <a:normAutofit/>
          </a:bodyPr>
          <a:lstStyle/>
          <a:p>
            <a:pPr marL="0" indent="0">
              <a:buNone/>
            </a:pPr>
            <a:r>
              <a:rPr lang="fr-FR" sz="1200" dirty="0"/>
              <a:t>Chaque enregistrement porte un TTL (Time To Live) en secondes : la durée pendant laquelle les résolveurs ont le droit de garder la réponse en cache.</a:t>
            </a:r>
          </a:p>
          <a:p>
            <a:pPr marL="0" indent="0">
              <a:buNone/>
            </a:pPr>
            <a:endParaRPr lang="fr-FR" sz="1200" dirty="0"/>
          </a:p>
          <a:p>
            <a:pPr marL="0" indent="0">
              <a:buNone/>
            </a:pPr>
            <a:endParaRPr lang="fr-FR" sz="1200" dirty="0"/>
          </a:p>
          <a:p>
            <a:pPr marL="0" indent="0">
              <a:buNone/>
            </a:pPr>
            <a:endParaRPr lang="fr-FR" sz="1200" dirty="0"/>
          </a:p>
          <a:p>
            <a:pPr marL="0" indent="0">
              <a:buNone/>
            </a:pPr>
            <a:r>
              <a:rPr lang="fr-FR" sz="1200" dirty="0"/>
              <a:t>Conséquences très concrètes :</a:t>
            </a:r>
          </a:p>
          <a:p>
            <a:r>
              <a:rPr lang="fr-FR" sz="1200" dirty="0"/>
              <a:t>TTL long (86400 = 24 h) : moins de requêtes, mais un changement d'IP met </a:t>
            </a:r>
            <a:r>
              <a:rPr lang="fr-FR" sz="1200" b="1" dirty="0"/>
              <a:t>jusqu'à 24 h </a:t>
            </a:r>
            <a:r>
              <a:rPr lang="fr-FR" sz="1200" dirty="0"/>
              <a:t>à se propager (en réalité : </a:t>
            </a:r>
            <a:r>
              <a:rPr lang="fr-FR" sz="1200" b="1" dirty="0"/>
              <a:t>à expirer des caches</a:t>
            </a:r>
            <a:r>
              <a:rPr lang="fr-FR" sz="1200" dirty="0"/>
              <a:t>) ;</a:t>
            </a:r>
          </a:p>
          <a:p>
            <a:r>
              <a:rPr lang="fr-FR" sz="1200" dirty="0"/>
              <a:t>avant une migration : on baisse le </a:t>
            </a:r>
            <a:r>
              <a:rPr lang="fr-FR" sz="1200" b="1" dirty="0"/>
              <a:t>TTL à l'avance (300 s</a:t>
            </a:r>
            <a:r>
              <a:rPr lang="fr-FR" sz="1200" dirty="0"/>
              <a:t>), on migre, on remonte le TTL ; </a:t>
            </a:r>
          </a:p>
          <a:p>
            <a:r>
              <a:rPr lang="fr-FR" sz="1200" dirty="0"/>
              <a:t>« la propagation DNS », c'est un abus de langage : rien ne se propage, les caches expirent. </a:t>
            </a:r>
          </a:p>
          <a:p>
            <a:pPr marL="0" indent="0">
              <a:buNone/>
            </a:pPr>
            <a:r>
              <a:rPr lang="fr-FR" sz="1200" dirty="0"/>
              <a:t>Dans</a:t>
            </a:r>
            <a:r>
              <a:rPr lang="fr-FR" sz="1200" b="1" dirty="0"/>
              <a:t> dig</a:t>
            </a:r>
            <a:r>
              <a:rPr lang="fr-FR" sz="1200" dirty="0"/>
              <a:t>, le TTL affiché décroît à chaque interrogation du cache : un excellent indice pour savoir si la réponse vient du cache ou de l'autoritaire</a:t>
            </a:r>
          </a:p>
          <a:p>
            <a:pPr marL="0" indent="0">
              <a:buNone/>
            </a:pPr>
            <a:endParaRPr lang="fr-FR" sz="1200" dirty="0"/>
          </a:p>
          <a:p>
            <a:pPr marL="0" indent="0">
              <a:buNone/>
            </a:pPr>
            <a:endParaRPr lang="fr-FR" sz="1200" dirty="0"/>
          </a:p>
        </p:txBody>
      </p:sp>
      <p:pic>
        <p:nvPicPr>
          <p:cNvPr id="4" name="Image 3">
            <a:extLst>
              <a:ext uri="{FF2B5EF4-FFF2-40B4-BE49-F238E27FC236}">
                <a16:creationId xmlns:a16="http://schemas.microsoft.com/office/drawing/2014/main" id="{E85752BE-229C-3A49-A7F3-EE964176462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20000" contrast="40000"/>
                    </a14:imgEffect>
                  </a14:imgLayer>
                </a14:imgProps>
              </a:ext>
            </a:extLst>
          </a:blip>
          <a:stretch>
            <a:fillRect/>
          </a:stretch>
        </p:blipFill>
        <p:spPr>
          <a:xfrm>
            <a:off x="280738" y="1107010"/>
            <a:ext cx="4201111" cy="771633"/>
          </a:xfrm>
          <a:prstGeom prst="rect">
            <a:avLst/>
          </a:prstGeom>
        </p:spPr>
      </p:pic>
    </p:spTree>
    <p:extLst>
      <p:ext uri="{BB962C8B-B14F-4D97-AF65-F5344CB8AC3E}">
        <p14:creationId xmlns:p14="http://schemas.microsoft.com/office/powerpoint/2010/main" val="25795165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5C510-9798-92CB-1DC5-5BF3EF5DC4A4}"/>
            </a:ext>
          </a:extLst>
        </p:cNvPr>
        <p:cNvGrpSpPr/>
        <p:nvPr/>
      </p:nvGrpSpPr>
      <p:grpSpPr>
        <a:xfrm>
          <a:off x="0" y="0"/>
          <a:ext cx="0" cy="0"/>
          <a:chOff x="0" y="0"/>
          <a:chExt cx="0" cy="0"/>
        </a:xfrm>
      </p:grpSpPr>
      <p:sp>
        <p:nvSpPr>
          <p:cNvPr id="35" name="Titre 1">
            <a:extLst>
              <a:ext uri="{FF2B5EF4-FFF2-40B4-BE49-F238E27FC236}">
                <a16:creationId xmlns:a16="http://schemas.microsoft.com/office/drawing/2014/main" id="{866C3EB4-E3B8-8126-24BA-E2668E1E5206}"/>
              </a:ext>
            </a:extLst>
          </p:cNvPr>
          <p:cNvSpPr txBox="1">
            <a:spLocks/>
          </p:cNvSpPr>
          <p:nvPr/>
        </p:nvSpPr>
        <p:spPr>
          <a:xfrm>
            <a:off x="246707" y="203351"/>
            <a:ext cx="7664238" cy="477686"/>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r>
              <a:rPr lang="fr-FR" sz="1800" dirty="0"/>
              <a:t>Acheminer :Le Résolveur </a:t>
            </a:r>
            <a:endParaRPr lang="fr-FR" sz="1200" dirty="0"/>
          </a:p>
        </p:txBody>
      </p:sp>
      <p:sp>
        <p:nvSpPr>
          <p:cNvPr id="3" name="Espace réservé du contenu 2">
            <a:extLst>
              <a:ext uri="{FF2B5EF4-FFF2-40B4-BE49-F238E27FC236}">
                <a16:creationId xmlns:a16="http://schemas.microsoft.com/office/drawing/2014/main" id="{A8E1A35D-CF74-6633-0DC7-E39B14371937}"/>
              </a:ext>
            </a:extLst>
          </p:cNvPr>
          <p:cNvSpPr>
            <a:spLocks noGrp="1"/>
          </p:cNvSpPr>
          <p:nvPr>
            <p:ph idx="1"/>
          </p:nvPr>
        </p:nvSpPr>
        <p:spPr>
          <a:xfrm>
            <a:off x="246707" y="757989"/>
            <a:ext cx="11664555" cy="5418974"/>
          </a:xfrm>
        </p:spPr>
        <p:txBody>
          <a:bodyPr>
            <a:normAutofit/>
          </a:bodyPr>
          <a:lstStyle/>
          <a:p>
            <a:pPr marL="0" indent="0">
              <a:buNone/>
            </a:pPr>
            <a:r>
              <a:rPr lang="fr-FR" sz="1200" dirty="0"/>
              <a:t>Votre machine ne parcourt pas la hiérarchie elle-même : elle demande à un </a:t>
            </a:r>
            <a:r>
              <a:rPr lang="fr-FR" sz="1200" b="1" dirty="0"/>
              <a:t>résolveur récursif </a:t>
            </a:r>
            <a:r>
              <a:rPr lang="fr-FR" sz="1200" dirty="0"/>
              <a:t>(fourni par DHCP : box, FAI, entreprise, ou public comme </a:t>
            </a:r>
            <a:r>
              <a:rPr lang="fr-FR" sz="1200" b="1" dirty="0"/>
              <a:t>8.8.8.8</a:t>
            </a:r>
            <a:r>
              <a:rPr lang="fr-FR" sz="1200" dirty="0"/>
              <a:t> /</a:t>
            </a:r>
            <a:r>
              <a:rPr lang="fr-FR" sz="1200" b="1" dirty="0"/>
              <a:t> 1.1.1.1 </a:t>
            </a:r>
            <a:r>
              <a:rPr lang="fr-FR" sz="1200" dirty="0"/>
              <a:t>).</a:t>
            </a:r>
          </a:p>
          <a:p>
            <a:pPr marL="0" indent="0">
              <a:buNone/>
            </a:pPr>
            <a:endParaRPr lang="fr-FR" sz="1200" dirty="0">
              <a:sym typeface="Wingdings" panose="05000000000000000000" pitchFamily="2" charset="2"/>
            </a:endParaRPr>
          </a:p>
          <a:p>
            <a:pPr marL="0" indent="0">
              <a:buNone/>
            </a:pPr>
            <a:endParaRPr lang="fr-FR" sz="1200" dirty="0">
              <a:sym typeface="Wingdings" panose="05000000000000000000" pitchFamily="2" charset="2"/>
            </a:endParaRPr>
          </a:p>
          <a:p>
            <a:pPr marL="0" indent="0">
              <a:buNone/>
            </a:pPr>
            <a:endParaRPr lang="fr-FR" sz="1200" dirty="0">
              <a:sym typeface="Wingdings" panose="05000000000000000000" pitchFamily="2" charset="2"/>
            </a:endParaRPr>
          </a:p>
          <a:p>
            <a:pPr marL="0" indent="0">
              <a:buNone/>
            </a:pPr>
            <a:endParaRPr lang="fr-FR" sz="1200" dirty="0">
              <a:sym typeface="Wingdings" panose="05000000000000000000" pitchFamily="2" charset="2"/>
            </a:endParaRPr>
          </a:p>
          <a:p>
            <a:pPr marL="0" indent="0">
              <a:buNone/>
            </a:pPr>
            <a:r>
              <a:rPr lang="fr-FR" sz="1200" dirty="0"/>
              <a:t>Le client fait une requête récursive (« débrouille-toi ») ; le résolveur fait des requêtes itératives (étape par étape).</a:t>
            </a:r>
          </a:p>
          <a:p>
            <a:pPr marL="0" indent="0">
              <a:buNone/>
            </a:pPr>
            <a:r>
              <a:rPr lang="fr-FR" sz="1200" dirty="0"/>
              <a:t>Le cache évite de refaire le chemin : chaque réponse est gardée pendant son TTL. (Time To Live)</a:t>
            </a:r>
          </a:p>
          <a:p>
            <a:pPr marL="0" indent="0">
              <a:buNone/>
            </a:pPr>
            <a:r>
              <a:rPr lang="fr-FR" sz="1200" dirty="0"/>
              <a:t>Sur Ubuntu : </a:t>
            </a:r>
            <a:r>
              <a:rPr lang="fr-FR" sz="1200" dirty="0" err="1"/>
              <a:t>resolvectl</a:t>
            </a:r>
            <a:r>
              <a:rPr lang="fr-FR" sz="1200" dirty="0"/>
              <a:t> </a:t>
            </a:r>
            <a:r>
              <a:rPr lang="fr-FR" sz="1200" dirty="0" err="1"/>
              <a:t>status</a:t>
            </a:r>
            <a:r>
              <a:rPr lang="fr-FR" sz="1200" dirty="0"/>
              <a:t> montre le résolveur utilisé (souvent le cache local systemd-</a:t>
            </a:r>
            <a:r>
              <a:rPr lang="fr-FR" sz="1200" dirty="0" err="1"/>
              <a:t>resolved</a:t>
            </a:r>
            <a:r>
              <a:rPr lang="fr-FR" sz="1200" dirty="0"/>
              <a:t> sur 127.0.0.53)</a:t>
            </a:r>
            <a:endParaRPr lang="fr-FR" sz="1200" dirty="0">
              <a:sym typeface="Wingdings" panose="05000000000000000000" pitchFamily="2" charset="2"/>
            </a:endParaRPr>
          </a:p>
          <a:p>
            <a:pPr marL="0" indent="0">
              <a:buNone/>
            </a:pPr>
            <a:endParaRPr lang="fr-FR" sz="1200" dirty="0"/>
          </a:p>
          <a:p>
            <a:pPr marL="0" indent="0">
              <a:buNone/>
            </a:pPr>
            <a:endParaRPr lang="fr-FR" sz="1200" dirty="0"/>
          </a:p>
          <a:p>
            <a:pPr marL="0" indent="0">
              <a:buNone/>
            </a:pPr>
            <a:endParaRPr lang="fr-FR" sz="1200" dirty="0"/>
          </a:p>
          <a:p>
            <a:pPr marL="0" indent="0">
              <a:buNone/>
            </a:pPr>
            <a:endParaRPr lang="fr-FR" sz="1200" dirty="0"/>
          </a:p>
        </p:txBody>
      </p:sp>
      <p:pic>
        <p:nvPicPr>
          <p:cNvPr id="4" name="Image 3">
            <a:extLst>
              <a:ext uri="{FF2B5EF4-FFF2-40B4-BE49-F238E27FC236}">
                <a16:creationId xmlns:a16="http://schemas.microsoft.com/office/drawing/2014/main" id="{67BBA7A9-CB79-31F7-0969-160C83BD3CF3}"/>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20000" contrast="40000"/>
                    </a14:imgEffect>
                  </a14:imgLayer>
                </a14:imgProps>
              </a:ext>
            </a:extLst>
          </a:blip>
          <a:stretch>
            <a:fillRect/>
          </a:stretch>
        </p:blipFill>
        <p:spPr>
          <a:xfrm>
            <a:off x="377805" y="1131235"/>
            <a:ext cx="8554644" cy="1076475"/>
          </a:xfrm>
          <a:prstGeom prst="rect">
            <a:avLst/>
          </a:prstGeom>
        </p:spPr>
      </p:pic>
      <p:sp>
        <p:nvSpPr>
          <p:cNvPr id="10" name="Titre 1">
            <a:extLst>
              <a:ext uri="{FF2B5EF4-FFF2-40B4-BE49-F238E27FC236}">
                <a16:creationId xmlns:a16="http://schemas.microsoft.com/office/drawing/2014/main" id="{A36121D0-B2DD-D896-88AB-6DDAA776F6C3}"/>
              </a:ext>
            </a:extLst>
          </p:cNvPr>
          <p:cNvSpPr txBox="1">
            <a:spLocks/>
          </p:cNvSpPr>
          <p:nvPr/>
        </p:nvSpPr>
        <p:spPr>
          <a:xfrm>
            <a:off x="246707" y="3190157"/>
            <a:ext cx="7664238" cy="477686"/>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r>
              <a:rPr lang="fr-FR" sz="1800" dirty="0"/>
              <a:t>dig ; l’outil de référence</a:t>
            </a:r>
            <a:endParaRPr lang="fr-FR" sz="1200" dirty="0"/>
          </a:p>
        </p:txBody>
      </p:sp>
      <p:pic>
        <p:nvPicPr>
          <p:cNvPr id="12" name="Image 11">
            <a:extLst>
              <a:ext uri="{FF2B5EF4-FFF2-40B4-BE49-F238E27FC236}">
                <a16:creationId xmlns:a16="http://schemas.microsoft.com/office/drawing/2014/main" id="{8402A9A1-8B8B-0C17-7CC5-146585B1E7C7}"/>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377805" y="3936689"/>
            <a:ext cx="6632595" cy="2023069"/>
          </a:xfrm>
          <a:prstGeom prst="rect">
            <a:avLst/>
          </a:prstGeom>
        </p:spPr>
      </p:pic>
    </p:spTree>
    <p:extLst>
      <p:ext uri="{BB962C8B-B14F-4D97-AF65-F5344CB8AC3E}">
        <p14:creationId xmlns:p14="http://schemas.microsoft.com/office/powerpoint/2010/main" val="28594518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2A704-A299-CB90-5C24-8F375A9E7D45}"/>
            </a:ext>
          </a:extLst>
        </p:cNvPr>
        <p:cNvGrpSpPr/>
        <p:nvPr/>
      </p:nvGrpSpPr>
      <p:grpSpPr>
        <a:xfrm>
          <a:off x="0" y="0"/>
          <a:ext cx="0" cy="0"/>
          <a:chOff x="0" y="0"/>
          <a:chExt cx="0" cy="0"/>
        </a:xfrm>
      </p:grpSpPr>
      <p:sp>
        <p:nvSpPr>
          <p:cNvPr id="35" name="Titre 1">
            <a:extLst>
              <a:ext uri="{FF2B5EF4-FFF2-40B4-BE49-F238E27FC236}">
                <a16:creationId xmlns:a16="http://schemas.microsoft.com/office/drawing/2014/main" id="{3D3F0FB4-C75B-CEEB-BE45-1FB2B6E7D80A}"/>
              </a:ext>
            </a:extLst>
          </p:cNvPr>
          <p:cNvSpPr txBox="1">
            <a:spLocks/>
          </p:cNvSpPr>
          <p:nvPr/>
        </p:nvSpPr>
        <p:spPr>
          <a:xfrm>
            <a:off x="246707" y="203351"/>
            <a:ext cx="7664238" cy="477686"/>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r>
              <a:rPr lang="fr-FR" sz="1800" dirty="0"/>
              <a:t>La zone : le fichier qui fait foi</a:t>
            </a:r>
          </a:p>
        </p:txBody>
      </p:sp>
      <p:sp>
        <p:nvSpPr>
          <p:cNvPr id="3" name="Espace réservé du contenu 2">
            <a:extLst>
              <a:ext uri="{FF2B5EF4-FFF2-40B4-BE49-F238E27FC236}">
                <a16:creationId xmlns:a16="http://schemas.microsoft.com/office/drawing/2014/main" id="{1A437C7C-C47E-D903-28B9-556BDFD8E0C5}"/>
              </a:ext>
            </a:extLst>
          </p:cNvPr>
          <p:cNvSpPr>
            <a:spLocks noGrp="1"/>
          </p:cNvSpPr>
          <p:nvPr>
            <p:ph idx="1"/>
          </p:nvPr>
        </p:nvSpPr>
        <p:spPr>
          <a:xfrm>
            <a:off x="246707" y="757989"/>
            <a:ext cx="11664555" cy="5418974"/>
          </a:xfrm>
        </p:spPr>
        <p:txBody>
          <a:bodyPr>
            <a:normAutofit/>
          </a:bodyPr>
          <a:lstStyle/>
          <a:p>
            <a:pPr marL="0" indent="0">
              <a:buNone/>
            </a:pPr>
            <a:r>
              <a:rPr lang="fr-FR" sz="1200" dirty="0"/>
              <a:t>Une zone est l'ensemble des enregistrements d'un domaine, chez ses serveurs autoritaires. </a:t>
            </a:r>
          </a:p>
          <a:p>
            <a:pPr marL="0" indent="0">
              <a:buNone/>
            </a:pPr>
            <a:r>
              <a:rPr lang="fr-FR" sz="1200" dirty="0"/>
              <a:t>Extrait type: </a:t>
            </a:r>
          </a:p>
          <a:p>
            <a:pPr marL="0" indent="0">
              <a:buNone/>
            </a:pPr>
            <a:endParaRPr lang="fr-FR" sz="1200" dirty="0"/>
          </a:p>
          <a:p>
            <a:pPr marL="0" indent="0">
              <a:buNone/>
            </a:pPr>
            <a:endParaRPr lang="fr-FR" sz="1200" dirty="0"/>
          </a:p>
          <a:p>
            <a:pPr marL="0" indent="0">
              <a:buNone/>
            </a:pPr>
            <a:endParaRPr lang="fr-FR" sz="1200" dirty="0"/>
          </a:p>
          <a:p>
            <a:pPr marL="0" indent="0">
              <a:buNone/>
            </a:pPr>
            <a:endParaRPr lang="fr-FR" sz="1200" dirty="0"/>
          </a:p>
          <a:p>
            <a:pPr marL="0" indent="0">
              <a:buNone/>
            </a:pPr>
            <a:endParaRPr lang="fr-FR" sz="1200" dirty="0"/>
          </a:p>
          <a:p>
            <a:pPr marL="0" indent="0">
              <a:buNone/>
            </a:pPr>
            <a:endParaRPr lang="fr-FR" sz="1200" dirty="0"/>
          </a:p>
          <a:p>
            <a:pPr marL="0" indent="0">
              <a:buNone/>
            </a:pPr>
            <a:endParaRPr lang="fr-FR" sz="1200" dirty="0"/>
          </a:p>
          <a:p>
            <a:r>
              <a:rPr lang="fr-FR" sz="1200" dirty="0"/>
              <a:t>SOA : carte d'identité de la zone (serial incrémenté à chaque modification) ; </a:t>
            </a:r>
          </a:p>
          <a:p>
            <a:r>
              <a:rPr lang="fr-FR" sz="1200" dirty="0"/>
              <a:t>chez AWS, une zone = une </a:t>
            </a:r>
            <a:r>
              <a:rPr lang="fr-FR" sz="1200" dirty="0" err="1"/>
              <a:t>hosted</a:t>
            </a:r>
            <a:r>
              <a:rPr lang="fr-FR" sz="1200" dirty="0"/>
              <a:t> zone Route 53 : mêmes enregistrements, interface différente. Vous éditerez ces lignes via la console et </a:t>
            </a:r>
            <a:r>
              <a:rPr lang="fr-FR" sz="1200" dirty="0" err="1"/>
              <a:t>Terraform</a:t>
            </a:r>
            <a:r>
              <a:rPr lang="fr-FR" sz="1200" dirty="0"/>
              <a:t>.</a:t>
            </a:r>
          </a:p>
          <a:p>
            <a:pPr marL="0" indent="0">
              <a:buNone/>
            </a:pPr>
            <a:endParaRPr lang="fr-FR" sz="1200" dirty="0"/>
          </a:p>
          <a:p>
            <a:pPr marL="0" indent="0">
              <a:buNone/>
            </a:pPr>
            <a:endParaRPr lang="fr-FR" sz="1200" dirty="0"/>
          </a:p>
          <a:p>
            <a:pPr marL="0" indent="0">
              <a:buNone/>
            </a:pPr>
            <a:endParaRPr lang="fr-FR" sz="1200" dirty="0"/>
          </a:p>
          <a:p>
            <a:pPr marL="0" indent="0">
              <a:buNone/>
            </a:pPr>
            <a:endParaRPr lang="fr-FR" sz="1200" dirty="0"/>
          </a:p>
        </p:txBody>
      </p:sp>
      <p:pic>
        <p:nvPicPr>
          <p:cNvPr id="5" name="Image 4">
            <a:extLst>
              <a:ext uri="{FF2B5EF4-FFF2-40B4-BE49-F238E27FC236}">
                <a16:creationId xmlns:a16="http://schemas.microsoft.com/office/drawing/2014/main" id="{2C08405E-C292-2066-239D-0AF10BE522F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20000" contrast="40000"/>
                    </a14:imgEffect>
                  </a14:imgLayer>
                </a14:imgProps>
              </a:ext>
            </a:extLst>
          </a:blip>
          <a:stretch>
            <a:fillRect/>
          </a:stretch>
        </p:blipFill>
        <p:spPr>
          <a:xfrm>
            <a:off x="294593" y="1270607"/>
            <a:ext cx="6268325" cy="2010056"/>
          </a:xfrm>
          <a:prstGeom prst="rect">
            <a:avLst/>
          </a:prstGeom>
        </p:spPr>
      </p:pic>
    </p:spTree>
    <p:extLst>
      <p:ext uri="{BB962C8B-B14F-4D97-AF65-F5344CB8AC3E}">
        <p14:creationId xmlns:p14="http://schemas.microsoft.com/office/powerpoint/2010/main" val="27939915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F7CF5-168B-F930-5E9A-0FE14047C71E}"/>
            </a:ext>
          </a:extLst>
        </p:cNvPr>
        <p:cNvGrpSpPr/>
        <p:nvPr/>
      </p:nvGrpSpPr>
      <p:grpSpPr>
        <a:xfrm>
          <a:off x="0" y="0"/>
          <a:ext cx="0" cy="0"/>
          <a:chOff x="0" y="0"/>
          <a:chExt cx="0" cy="0"/>
        </a:xfrm>
      </p:grpSpPr>
      <p:sp>
        <p:nvSpPr>
          <p:cNvPr id="35" name="Titre 1">
            <a:extLst>
              <a:ext uri="{FF2B5EF4-FFF2-40B4-BE49-F238E27FC236}">
                <a16:creationId xmlns:a16="http://schemas.microsoft.com/office/drawing/2014/main" id="{84545FAF-EAF5-3D66-0878-3D8B1D247F04}"/>
              </a:ext>
            </a:extLst>
          </p:cNvPr>
          <p:cNvSpPr txBox="1">
            <a:spLocks/>
          </p:cNvSpPr>
          <p:nvPr/>
        </p:nvSpPr>
        <p:spPr>
          <a:xfrm>
            <a:off x="280738" y="280303"/>
            <a:ext cx="7664238" cy="477686"/>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r>
              <a:rPr lang="fr-FR" sz="1800" dirty="0"/>
              <a:t>LES ENREGISTREMENTS A CONNAITRE PAR COEUR</a:t>
            </a:r>
          </a:p>
        </p:txBody>
      </p:sp>
      <p:sp>
        <p:nvSpPr>
          <p:cNvPr id="3" name="Espace réservé du contenu 2">
            <a:extLst>
              <a:ext uri="{FF2B5EF4-FFF2-40B4-BE49-F238E27FC236}">
                <a16:creationId xmlns:a16="http://schemas.microsoft.com/office/drawing/2014/main" id="{1E5C6DF4-387A-639F-0A27-EEDAC919E4C4}"/>
              </a:ext>
            </a:extLst>
          </p:cNvPr>
          <p:cNvSpPr>
            <a:spLocks noGrp="1"/>
          </p:cNvSpPr>
          <p:nvPr>
            <p:ph idx="1"/>
          </p:nvPr>
        </p:nvSpPr>
        <p:spPr>
          <a:xfrm>
            <a:off x="246707" y="757989"/>
            <a:ext cx="11664555" cy="5418974"/>
          </a:xfrm>
        </p:spPr>
        <p:txBody>
          <a:bodyPr>
            <a:normAutofit/>
          </a:bodyPr>
          <a:lstStyle/>
          <a:p>
            <a:pPr marL="0" indent="0">
              <a:buNone/>
            </a:pPr>
            <a:endParaRPr lang="fr-FR" sz="1200" dirty="0"/>
          </a:p>
          <a:p>
            <a:pPr marL="0" indent="0">
              <a:buNone/>
            </a:pPr>
            <a:endParaRPr lang="fr-FR" sz="1200" dirty="0"/>
          </a:p>
          <a:p>
            <a:pPr marL="0" indent="0">
              <a:buNone/>
            </a:pPr>
            <a:endParaRPr lang="fr-FR" sz="1200" dirty="0"/>
          </a:p>
          <a:p>
            <a:pPr marL="0" indent="0">
              <a:buNone/>
            </a:pPr>
            <a:endParaRPr lang="fr-FR" sz="1200" dirty="0"/>
          </a:p>
          <a:p>
            <a:pPr marL="0" indent="0">
              <a:buNone/>
            </a:pPr>
            <a:endParaRPr lang="fr-FR" sz="1200" dirty="0"/>
          </a:p>
          <a:p>
            <a:pPr marL="0" indent="0">
              <a:buNone/>
            </a:pPr>
            <a:endParaRPr lang="fr-FR" sz="1200" dirty="0"/>
          </a:p>
          <a:p>
            <a:pPr marL="0" indent="0">
              <a:buNone/>
            </a:pPr>
            <a:endParaRPr lang="fr-FR" sz="1200" dirty="0"/>
          </a:p>
          <a:p>
            <a:pPr marL="0" indent="0">
              <a:buNone/>
            </a:pPr>
            <a:endParaRPr lang="fr-FR" sz="1200" dirty="0"/>
          </a:p>
          <a:p>
            <a:pPr marL="0" indent="0">
              <a:buNone/>
            </a:pPr>
            <a:r>
              <a:rPr lang="fr-FR" sz="1200" dirty="0"/>
              <a:t>Règles importantes : </a:t>
            </a:r>
          </a:p>
          <a:p>
            <a:r>
              <a:rPr lang="fr-FR" sz="1200" b="1" dirty="0"/>
              <a:t>un CNAME ne coexiste avec rien d'autre </a:t>
            </a:r>
            <a:r>
              <a:rPr lang="fr-FR" sz="1200" dirty="0"/>
              <a:t>sur le même nom, et jamais à la racine du domaine ( example.com lui-même) ; </a:t>
            </a:r>
          </a:p>
          <a:p>
            <a:r>
              <a:rPr lang="fr-FR" sz="1200" dirty="0"/>
              <a:t>MX et NS pointent vers des </a:t>
            </a:r>
            <a:r>
              <a:rPr lang="fr-FR" sz="1200" b="1" dirty="0"/>
              <a:t>noms</a:t>
            </a:r>
            <a:r>
              <a:rPr lang="fr-FR" sz="1200" dirty="0"/>
              <a:t> (qui ont eux-mêmes des A/AAAA), pas des IP.</a:t>
            </a:r>
          </a:p>
        </p:txBody>
      </p:sp>
      <p:pic>
        <p:nvPicPr>
          <p:cNvPr id="5" name="Image 4">
            <a:extLst>
              <a:ext uri="{FF2B5EF4-FFF2-40B4-BE49-F238E27FC236}">
                <a16:creationId xmlns:a16="http://schemas.microsoft.com/office/drawing/2014/main" id="{686B1E67-8A73-B167-7E0A-A2B95404DD75}"/>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80738" y="929792"/>
            <a:ext cx="6738948" cy="1965807"/>
          </a:xfrm>
          <a:prstGeom prst="rect">
            <a:avLst/>
          </a:prstGeom>
        </p:spPr>
      </p:pic>
    </p:spTree>
    <p:extLst>
      <p:ext uri="{BB962C8B-B14F-4D97-AF65-F5344CB8AC3E}">
        <p14:creationId xmlns:p14="http://schemas.microsoft.com/office/powerpoint/2010/main" val="35518287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E5564-F600-84D3-2F0D-A94A1527755D}"/>
            </a:ext>
          </a:extLst>
        </p:cNvPr>
        <p:cNvGrpSpPr/>
        <p:nvPr/>
      </p:nvGrpSpPr>
      <p:grpSpPr>
        <a:xfrm>
          <a:off x="0" y="0"/>
          <a:ext cx="0" cy="0"/>
          <a:chOff x="0" y="0"/>
          <a:chExt cx="0" cy="0"/>
        </a:xfrm>
      </p:grpSpPr>
      <p:sp>
        <p:nvSpPr>
          <p:cNvPr id="35" name="Titre 1">
            <a:extLst>
              <a:ext uri="{FF2B5EF4-FFF2-40B4-BE49-F238E27FC236}">
                <a16:creationId xmlns:a16="http://schemas.microsoft.com/office/drawing/2014/main" id="{E97EE496-52F9-E041-3662-84740C880748}"/>
              </a:ext>
            </a:extLst>
          </p:cNvPr>
          <p:cNvSpPr txBox="1">
            <a:spLocks/>
          </p:cNvSpPr>
          <p:nvPr/>
        </p:nvSpPr>
        <p:spPr>
          <a:xfrm>
            <a:off x="280738" y="280303"/>
            <a:ext cx="7664238" cy="477686"/>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r>
              <a:rPr lang="fr-FR" sz="1800" dirty="0"/>
              <a:t>TRANSPORTER ET PROTEGER – TCP vs UDP </a:t>
            </a:r>
          </a:p>
        </p:txBody>
      </p:sp>
      <p:sp>
        <p:nvSpPr>
          <p:cNvPr id="3" name="Espace réservé du contenu 2">
            <a:extLst>
              <a:ext uri="{FF2B5EF4-FFF2-40B4-BE49-F238E27FC236}">
                <a16:creationId xmlns:a16="http://schemas.microsoft.com/office/drawing/2014/main" id="{5404BD8D-AB1A-7022-0BFE-930CC111BABE}"/>
              </a:ext>
            </a:extLst>
          </p:cNvPr>
          <p:cNvSpPr>
            <a:spLocks noGrp="1"/>
          </p:cNvSpPr>
          <p:nvPr>
            <p:ph idx="1"/>
          </p:nvPr>
        </p:nvSpPr>
        <p:spPr>
          <a:xfrm>
            <a:off x="246707" y="757989"/>
            <a:ext cx="11664555" cy="5418974"/>
          </a:xfrm>
        </p:spPr>
        <p:txBody>
          <a:bodyPr>
            <a:normAutofit/>
          </a:bodyPr>
          <a:lstStyle/>
          <a:p>
            <a:r>
              <a:rPr lang="fr-FR" sz="1200" dirty="0"/>
              <a:t>Les ports : </a:t>
            </a:r>
          </a:p>
          <a:p>
            <a:pPr lvl="1"/>
            <a:r>
              <a:rPr lang="fr-FR" sz="1200" dirty="0"/>
              <a:t>L’adresse </a:t>
            </a:r>
            <a:r>
              <a:rPr lang="fr-FR" sz="1200" dirty="0" err="1"/>
              <a:t>Ip</a:t>
            </a:r>
            <a:r>
              <a:rPr lang="fr-FR" sz="1200" dirty="0"/>
              <a:t> identifie la machine</a:t>
            </a:r>
          </a:p>
          <a:p>
            <a:pPr lvl="1"/>
            <a:r>
              <a:rPr lang="fr-FR" sz="1200" dirty="0"/>
              <a:t>Le port (0-65535) identifie l’application de cette machine</a:t>
            </a:r>
          </a:p>
          <a:p>
            <a:pPr lvl="1"/>
            <a:r>
              <a:rPr lang="fr-FR" sz="1200" dirty="0"/>
              <a:t>Une connexion = un quadruplet :</a:t>
            </a:r>
          </a:p>
          <a:p>
            <a:pPr lvl="1"/>
            <a:endParaRPr lang="fr-FR" sz="1200" dirty="0"/>
          </a:p>
          <a:p>
            <a:pPr lvl="1"/>
            <a:endParaRPr lang="fr-FR" sz="1200" dirty="0"/>
          </a:p>
          <a:p>
            <a:pPr lvl="1"/>
            <a:endParaRPr lang="fr-FR" sz="1200" dirty="0"/>
          </a:p>
          <a:p>
            <a:pPr lvl="1"/>
            <a:endParaRPr lang="fr-FR" sz="1200" dirty="0"/>
          </a:p>
          <a:p>
            <a:pPr lvl="1"/>
            <a:endParaRPr lang="fr-FR" sz="1200" dirty="0"/>
          </a:p>
          <a:p>
            <a:pPr lvl="1"/>
            <a:endParaRPr lang="fr-FR" sz="1200" dirty="0"/>
          </a:p>
          <a:p>
            <a:pPr marL="457200" lvl="1" indent="0">
              <a:buNone/>
            </a:pPr>
            <a:endParaRPr lang="fr-FR" sz="1200" dirty="0"/>
          </a:p>
          <a:p>
            <a:pPr lvl="1"/>
            <a:r>
              <a:rPr lang="fr-FR" sz="1200" dirty="0"/>
              <a:t>Ports &lt; 1024 : « bien connus », réservés à root pour l'écoute. </a:t>
            </a:r>
          </a:p>
          <a:p>
            <a:pPr lvl="1"/>
            <a:r>
              <a:rPr lang="fr-FR" sz="1200" dirty="0"/>
              <a:t>Le client utilise un port éphémère (grosso modo 32768-60999 sous Linux)</a:t>
            </a:r>
          </a:p>
          <a:p>
            <a:pPr marL="0" indent="0">
              <a:buNone/>
            </a:pPr>
            <a:endParaRPr lang="fr-FR" sz="1200" dirty="0"/>
          </a:p>
          <a:p>
            <a:pPr marL="0" indent="0">
              <a:buNone/>
            </a:pPr>
            <a:endParaRPr lang="fr-FR" sz="1200" dirty="0"/>
          </a:p>
          <a:p>
            <a:pPr marL="0" indent="0">
              <a:buNone/>
            </a:pPr>
            <a:endParaRPr lang="fr-FR" sz="1200" dirty="0"/>
          </a:p>
          <a:p>
            <a:pPr marL="0" indent="0">
              <a:buNone/>
            </a:pPr>
            <a:endParaRPr lang="fr-FR" sz="1200" dirty="0"/>
          </a:p>
          <a:p>
            <a:pPr marL="0" indent="0">
              <a:buNone/>
            </a:pPr>
            <a:endParaRPr lang="fr-FR" sz="1200" dirty="0"/>
          </a:p>
          <a:p>
            <a:pPr marL="0" indent="0">
              <a:buNone/>
            </a:pPr>
            <a:endParaRPr lang="fr-FR" sz="1200" dirty="0"/>
          </a:p>
        </p:txBody>
      </p:sp>
      <p:pic>
        <p:nvPicPr>
          <p:cNvPr id="6" name="Image 5">
            <a:extLst>
              <a:ext uri="{FF2B5EF4-FFF2-40B4-BE49-F238E27FC236}">
                <a16:creationId xmlns:a16="http://schemas.microsoft.com/office/drawing/2014/main" id="{533403A8-84D8-1AE9-210F-FCB5270888BB}"/>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20000" contrast="40000"/>
                    </a14:imgEffect>
                  </a14:imgLayer>
                </a14:imgProps>
              </a:ext>
            </a:extLst>
          </a:blip>
          <a:stretch>
            <a:fillRect/>
          </a:stretch>
        </p:blipFill>
        <p:spPr>
          <a:xfrm>
            <a:off x="3078085" y="1443885"/>
            <a:ext cx="3181794" cy="257211"/>
          </a:xfrm>
          <a:prstGeom prst="rect">
            <a:avLst/>
          </a:prstGeom>
        </p:spPr>
      </p:pic>
      <p:pic>
        <p:nvPicPr>
          <p:cNvPr id="8" name="Image 7">
            <a:extLst>
              <a:ext uri="{FF2B5EF4-FFF2-40B4-BE49-F238E27FC236}">
                <a16:creationId xmlns:a16="http://schemas.microsoft.com/office/drawing/2014/main" id="{D4590DCE-7121-21AA-49A1-2DD1D04B09A7}"/>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579026" y="1867052"/>
            <a:ext cx="3829584" cy="1381318"/>
          </a:xfrm>
          <a:prstGeom prst="rect">
            <a:avLst/>
          </a:prstGeom>
        </p:spPr>
      </p:pic>
    </p:spTree>
    <p:extLst>
      <p:ext uri="{BB962C8B-B14F-4D97-AF65-F5344CB8AC3E}">
        <p14:creationId xmlns:p14="http://schemas.microsoft.com/office/powerpoint/2010/main" val="26644281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20096D10-2ED0-F9EF-8B42-816E2BD805AC}"/>
              </a:ext>
            </a:extLst>
          </p:cNvPr>
          <p:cNvSpPr>
            <a:spLocks noGrp="1"/>
          </p:cNvSpPr>
          <p:nvPr>
            <p:ph type="body" idx="1"/>
          </p:nvPr>
        </p:nvSpPr>
        <p:spPr>
          <a:xfrm>
            <a:off x="138546" y="256381"/>
            <a:ext cx="5859029" cy="411956"/>
          </a:xfrm>
        </p:spPr>
        <p:style>
          <a:lnRef idx="2">
            <a:schemeClr val="accent1"/>
          </a:lnRef>
          <a:fillRef idx="1">
            <a:schemeClr val="lt1"/>
          </a:fillRef>
          <a:effectRef idx="0">
            <a:schemeClr val="accent1"/>
          </a:effectRef>
          <a:fontRef idx="minor">
            <a:schemeClr val="dk1"/>
          </a:fontRef>
        </p:style>
        <p:txBody>
          <a:bodyPr>
            <a:normAutofit/>
          </a:bodyPr>
          <a:lstStyle/>
          <a:p>
            <a:r>
              <a:rPr lang="fr-FR" sz="1800" dirty="0">
                <a:solidFill>
                  <a:schemeClr val="accent1"/>
                </a:solidFill>
              </a:rPr>
              <a:t>TCP – faible, connecté, ordonné</a:t>
            </a:r>
          </a:p>
        </p:txBody>
      </p:sp>
      <p:sp>
        <p:nvSpPr>
          <p:cNvPr id="4" name="Espace réservé du contenu 3">
            <a:extLst>
              <a:ext uri="{FF2B5EF4-FFF2-40B4-BE49-F238E27FC236}">
                <a16:creationId xmlns:a16="http://schemas.microsoft.com/office/drawing/2014/main" id="{93F14707-8A06-8472-B124-FC5E198EDE36}"/>
              </a:ext>
            </a:extLst>
          </p:cNvPr>
          <p:cNvSpPr>
            <a:spLocks noGrp="1"/>
          </p:cNvSpPr>
          <p:nvPr>
            <p:ph sz="half" idx="2"/>
          </p:nvPr>
        </p:nvSpPr>
        <p:spPr>
          <a:xfrm>
            <a:off x="160048" y="803996"/>
            <a:ext cx="5859030" cy="5521326"/>
          </a:xfr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fr-FR" sz="1200" b="1" dirty="0"/>
              <a:t>TCP (Transmission Control Protocol) </a:t>
            </a:r>
            <a:r>
              <a:rPr lang="fr-FR" sz="1200" dirty="0"/>
              <a:t>garantit que les données arrivent complètes, dans l'ordre, sans doublon :</a:t>
            </a:r>
          </a:p>
          <a:p>
            <a:pPr lvl="1"/>
            <a:r>
              <a:rPr lang="fr-FR" sz="1200" dirty="0"/>
              <a:t> connexion établie avant tout échange (handshake) ; </a:t>
            </a:r>
          </a:p>
          <a:p>
            <a:pPr lvl="1"/>
            <a:r>
              <a:rPr lang="fr-FR" sz="1200" dirty="0"/>
              <a:t>chaque octet est numéroté (numéros de séquence) ; </a:t>
            </a:r>
          </a:p>
          <a:p>
            <a:pPr lvl="1"/>
            <a:r>
              <a:rPr lang="fr-FR" sz="1200" dirty="0"/>
              <a:t>le récepteur acquitte (ACK) ; ce qui n'est pas acquitté est retransmis ; </a:t>
            </a:r>
          </a:p>
          <a:p>
            <a:pPr lvl="1"/>
            <a:r>
              <a:rPr lang="fr-FR" sz="1200" dirty="0"/>
              <a:t>contrôle de flux et de congestion : TCP ralentit si le réseau sature. </a:t>
            </a:r>
          </a:p>
          <a:p>
            <a:pPr marL="457200" lvl="1" indent="0">
              <a:buNone/>
            </a:pPr>
            <a:r>
              <a:rPr lang="fr-FR" sz="1200" dirty="0"/>
              <a:t>Le prix : de la latence (aller-retours) et de l'état à maintenir de chaque côté. Utilisé par : HTTP(S), SSH, bases de données (PostgreSQL), SMTP… Tout ce qui ne tolère pas la perte.</a:t>
            </a:r>
          </a:p>
          <a:p>
            <a:pPr marL="457200" lvl="1" indent="0">
              <a:buNone/>
            </a:pPr>
            <a:r>
              <a:rPr lang="fr-FR" sz="1200" b="1" dirty="0"/>
              <a:t>Handshake en 3 temps</a:t>
            </a:r>
          </a:p>
          <a:p>
            <a:pPr marL="457200" lvl="1" indent="0">
              <a:buNone/>
            </a:pPr>
            <a:endParaRPr lang="fr-FR" sz="1200" dirty="0"/>
          </a:p>
          <a:p>
            <a:pPr marL="457200" lvl="1" indent="0">
              <a:buNone/>
            </a:pPr>
            <a:endParaRPr lang="fr-FR" sz="1200" dirty="0"/>
          </a:p>
        </p:txBody>
      </p:sp>
      <p:sp>
        <p:nvSpPr>
          <p:cNvPr id="5" name="Espace réservé du texte 4">
            <a:extLst>
              <a:ext uri="{FF2B5EF4-FFF2-40B4-BE49-F238E27FC236}">
                <a16:creationId xmlns:a16="http://schemas.microsoft.com/office/drawing/2014/main" id="{AF85CA50-884B-E07B-C2DC-EF017D3E69DF}"/>
              </a:ext>
            </a:extLst>
          </p:cNvPr>
          <p:cNvSpPr>
            <a:spLocks noGrp="1"/>
          </p:cNvSpPr>
          <p:nvPr>
            <p:ph type="body" sz="quarter" idx="3"/>
          </p:nvPr>
        </p:nvSpPr>
        <p:spPr>
          <a:xfrm>
            <a:off x="6095999" y="256381"/>
            <a:ext cx="5777345" cy="411956"/>
          </a:xfrm>
        </p:spPr>
        <p:style>
          <a:lnRef idx="2">
            <a:schemeClr val="accent1"/>
          </a:lnRef>
          <a:fillRef idx="1">
            <a:schemeClr val="lt1"/>
          </a:fillRef>
          <a:effectRef idx="0">
            <a:schemeClr val="accent1"/>
          </a:effectRef>
          <a:fontRef idx="minor">
            <a:schemeClr val="dk1"/>
          </a:fontRef>
        </p:style>
        <p:txBody>
          <a:bodyPr>
            <a:normAutofit/>
          </a:bodyPr>
          <a:lstStyle/>
          <a:p>
            <a:r>
              <a:rPr lang="fr-FR" sz="1800" dirty="0">
                <a:solidFill>
                  <a:schemeClr val="accent1"/>
                </a:solidFill>
              </a:rPr>
              <a:t>UDP – rapide, sans promesse</a:t>
            </a:r>
          </a:p>
        </p:txBody>
      </p:sp>
      <p:sp>
        <p:nvSpPr>
          <p:cNvPr id="6" name="Espace réservé du contenu 5">
            <a:extLst>
              <a:ext uri="{FF2B5EF4-FFF2-40B4-BE49-F238E27FC236}">
                <a16:creationId xmlns:a16="http://schemas.microsoft.com/office/drawing/2014/main" id="{E222E952-C653-3B6D-D458-FA6B4263B1AA}"/>
              </a:ext>
            </a:extLst>
          </p:cNvPr>
          <p:cNvSpPr>
            <a:spLocks noGrp="1"/>
          </p:cNvSpPr>
          <p:nvPr>
            <p:ph sz="quarter" idx="4"/>
          </p:nvPr>
        </p:nvSpPr>
        <p:spPr>
          <a:xfrm>
            <a:off x="6095999" y="810634"/>
            <a:ext cx="5777345" cy="5521326"/>
          </a:xfr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fr-FR" sz="1200" b="1" dirty="0"/>
              <a:t>UDP (User </a:t>
            </a:r>
            <a:r>
              <a:rPr lang="fr-FR" sz="1200" b="1" dirty="0" err="1"/>
              <a:t>Datagram</a:t>
            </a:r>
            <a:r>
              <a:rPr lang="fr-FR" sz="1200" b="1" dirty="0"/>
              <a:t> Protocol</a:t>
            </a:r>
            <a:r>
              <a:rPr lang="fr-FR" sz="1200" dirty="0"/>
              <a:t>) envoie des datagrammes </a:t>
            </a:r>
            <a:r>
              <a:rPr lang="fr-FR" sz="1200" b="1" dirty="0"/>
              <a:t>sans connexion, sans accusé, sans ordre garanti : </a:t>
            </a:r>
          </a:p>
          <a:p>
            <a:r>
              <a:rPr lang="fr-FR" sz="1200" dirty="0"/>
              <a:t>pas de handshake → </a:t>
            </a:r>
            <a:r>
              <a:rPr lang="fr-FR" sz="1200" b="1" dirty="0"/>
              <a:t>zéro latence </a:t>
            </a:r>
            <a:r>
              <a:rPr lang="fr-FR" sz="1200" dirty="0"/>
              <a:t>d'établissement ; </a:t>
            </a:r>
          </a:p>
          <a:p>
            <a:r>
              <a:rPr lang="fr-FR" sz="1200" dirty="0"/>
              <a:t>un datagramme perdu est perdu (à l'application de gérer, ou pas) ; </a:t>
            </a:r>
          </a:p>
          <a:p>
            <a:r>
              <a:rPr lang="fr-FR" sz="1200" dirty="0"/>
              <a:t>parfait quand la fraîcheur prime sur la complétude. Utilisé par : </a:t>
            </a:r>
            <a:r>
              <a:rPr lang="fr-FR" sz="1200" b="1" dirty="0"/>
              <a:t>DNS</a:t>
            </a:r>
            <a:r>
              <a:rPr lang="fr-FR" sz="1200" dirty="0"/>
              <a:t> (requêtes courtes), NTP, streaming/visio, jeux en ligne, et </a:t>
            </a:r>
            <a:r>
              <a:rPr lang="fr-FR" sz="1200" b="1" dirty="0"/>
              <a:t>QUIC/HTTP-3 </a:t>
            </a:r>
            <a:r>
              <a:rPr lang="fr-FR" sz="1200" dirty="0"/>
              <a:t>(qui réimplémente la fiabilité au-dessus d'UDP).</a:t>
            </a:r>
          </a:p>
        </p:txBody>
      </p:sp>
      <p:sp>
        <p:nvSpPr>
          <p:cNvPr id="7" name="Espace réservé du numéro de diapositive 6">
            <a:extLst>
              <a:ext uri="{FF2B5EF4-FFF2-40B4-BE49-F238E27FC236}">
                <a16:creationId xmlns:a16="http://schemas.microsoft.com/office/drawing/2014/main" id="{86F8BC0C-F2B2-FAE7-0BCE-0C011315BC26}"/>
              </a:ext>
            </a:extLst>
          </p:cNvPr>
          <p:cNvSpPr>
            <a:spLocks noGrp="1"/>
          </p:cNvSpPr>
          <p:nvPr>
            <p:ph type="sldNum" sz="quarter" idx="12"/>
          </p:nvPr>
        </p:nvSpPr>
        <p:spPr/>
        <p:txBody>
          <a:bodyPr/>
          <a:lstStyle/>
          <a:p>
            <a:fld id="{A1788E4B-14DA-4295-B966-6520CEF7CCFD}" type="slidenum">
              <a:rPr lang="fr-FR" smtClean="0"/>
              <a:t>26</a:t>
            </a:fld>
            <a:endParaRPr lang="fr-FR"/>
          </a:p>
        </p:txBody>
      </p:sp>
      <p:pic>
        <p:nvPicPr>
          <p:cNvPr id="9" name="Image 8">
            <a:extLst>
              <a:ext uri="{FF2B5EF4-FFF2-40B4-BE49-F238E27FC236}">
                <a16:creationId xmlns:a16="http://schemas.microsoft.com/office/drawing/2014/main" id="{995B0BCF-A77A-4B06-DFC9-B45A0C2786D2}"/>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20000" contrast="40000"/>
                    </a14:imgEffect>
                  </a14:imgLayer>
                </a14:imgProps>
              </a:ext>
            </a:extLst>
          </a:blip>
          <a:stretch>
            <a:fillRect/>
          </a:stretch>
        </p:blipFill>
        <p:spPr>
          <a:xfrm>
            <a:off x="431717" y="2907534"/>
            <a:ext cx="5315692" cy="2705478"/>
          </a:xfrm>
          <a:prstGeom prst="rect">
            <a:avLst/>
          </a:prstGeom>
        </p:spPr>
      </p:pic>
      <p:pic>
        <p:nvPicPr>
          <p:cNvPr id="11" name="Image 10">
            <a:extLst>
              <a:ext uri="{FF2B5EF4-FFF2-40B4-BE49-F238E27FC236}">
                <a16:creationId xmlns:a16="http://schemas.microsoft.com/office/drawing/2014/main" id="{230D96EB-8321-3B19-102E-9DDD48E02DAD}"/>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brightnessContrast bright="-20000" contrast="40000"/>
                    </a14:imgEffect>
                  </a14:imgLayer>
                </a14:imgProps>
              </a:ext>
            </a:extLst>
          </a:blip>
          <a:stretch>
            <a:fillRect/>
          </a:stretch>
        </p:blipFill>
        <p:spPr>
          <a:xfrm>
            <a:off x="6290747" y="2893053"/>
            <a:ext cx="5096586" cy="1343212"/>
          </a:xfrm>
          <a:prstGeom prst="rect">
            <a:avLst/>
          </a:prstGeom>
        </p:spPr>
      </p:pic>
    </p:spTree>
    <p:extLst>
      <p:ext uri="{BB962C8B-B14F-4D97-AF65-F5344CB8AC3E}">
        <p14:creationId xmlns:p14="http://schemas.microsoft.com/office/powerpoint/2010/main" val="42058925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DD6DF-35C7-E2E7-3CC3-CC6BF80E706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C60013D-FAF2-5DCA-D9ED-614F176D693C}"/>
              </a:ext>
            </a:extLst>
          </p:cNvPr>
          <p:cNvSpPr>
            <a:spLocks noGrp="1"/>
          </p:cNvSpPr>
          <p:nvPr>
            <p:ph type="title"/>
          </p:nvPr>
        </p:nvSpPr>
        <p:spPr>
          <a:xfrm>
            <a:off x="838200" y="365125"/>
            <a:ext cx="11055928" cy="493857"/>
          </a:xfrm>
          <a:ln>
            <a:solidFill>
              <a:schemeClr val="accent1"/>
            </a:solidFill>
          </a:ln>
        </p:spPr>
        <p:txBody>
          <a:bodyPr>
            <a:normAutofit/>
          </a:bodyPr>
          <a:lstStyle/>
          <a:p>
            <a:r>
              <a:rPr lang="fr-FR" sz="1200" b="1" dirty="0">
                <a:solidFill>
                  <a:schemeClr val="accent1"/>
                </a:solidFill>
              </a:rPr>
              <a:t>HTTP Le protocole que vous administrerez toute votre carrière</a:t>
            </a:r>
            <a:br>
              <a:rPr lang="fr-FR" sz="1200" b="1" dirty="0">
                <a:solidFill>
                  <a:schemeClr val="accent1"/>
                </a:solidFill>
              </a:rPr>
            </a:br>
            <a:r>
              <a:rPr lang="fr-FR" sz="1200" b="1" dirty="0">
                <a:solidFill>
                  <a:schemeClr val="accent1"/>
                </a:solidFill>
              </a:rPr>
              <a:t>HTTP est un protocole texte, requête/réponse, au-dessus de TCP (port 80, ou 443 via TLS) </a:t>
            </a:r>
          </a:p>
        </p:txBody>
      </p:sp>
      <p:sp>
        <p:nvSpPr>
          <p:cNvPr id="3" name="Espace réservé du contenu 2">
            <a:extLst>
              <a:ext uri="{FF2B5EF4-FFF2-40B4-BE49-F238E27FC236}">
                <a16:creationId xmlns:a16="http://schemas.microsoft.com/office/drawing/2014/main" id="{A00E1998-2B61-1876-A952-6C42142E4517}"/>
              </a:ext>
            </a:extLst>
          </p:cNvPr>
          <p:cNvSpPr>
            <a:spLocks noGrp="1"/>
          </p:cNvSpPr>
          <p:nvPr>
            <p:ph sz="half" idx="1"/>
          </p:nvPr>
        </p:nvSpPr>
        <p:spPr>
          <a:xfrm>
            <a:off x="838200" y="1025236"/>
            <a:ext cx="5181600" cy="5151727"/>
          </a:xfrm>
        </p:spPr>
        <p:txBody>
          <a:bodyPr>
            <a:normAutofit lnSpcReduction="10000"/>
          </a:bodyPr>
          <a:lstStyle/>
          <a:p>
            <a:endParaRPr lang="fr-FR" sz="1200" dirty="0">
              <a:solidFill>
                <a:schemeClr val="accent1"/>
              </a:solidFill>
            </a:endParaRPr>
          </a:p>
          <a:p>
            <a:pPr marL="0" indent="0">
              <a:buNone/>
            </a:pPr>
            <a:endParaRPr lang="fr-FR" sz="1200" dirty="0">
              <a:solidFill>
                <a:schemeClr val="accent1"/>
              </a:solidFill>
            </a:endParaRPr>
          </a:p>
          <a:p>
            <a:endParaRPr lang="fr-FR" sz="1200" dirty="0">
              <a:solidFill>
                <a:schemeClr val="accent1"/>
              </a:solidFill>
            </a:endParaRPr>
          </a:p>
          <a:p>
            <a:endParaRPr lang="fr-FR" sz="1200" dirty="0">
              <a:solidFill>
                <a:schemeClr val="accent1"/>
              </a:solidFill>
            </a:endParaRPr>
          </a:p>
          <a:p>
            <a:pPr marL="457200" lvl="1" indent="0">
              <a:buNone/>
            </a:pPr>
            <a:endParaRPr lang="fr-FR" sz="1200" dirty="0"/>
          </a:p>
        </p:txBody>
      </p:sp>
      <p:sp>
        <p:nvSpPr>
          <p:cNvPr id="5" name="Espace réservé du contenu 4">
            <a:extLst>
              <a:ext uri="{FF2B5EF4-FFF2-40B4-BE49-F238E27FC236}">
                <a16:creationId xmlns:a16="http://schemas.microsoft.com/office/drawing/2014/main" id="{928A2382-C8A2-35A6-EAF5-F8E612556692}"/>
              </a:ext>
            </a:extLst>
          </p:cNvPr>
          <p:cNvSpPr>
            <a:spLocks noGrp="1"/>
          </p:cNvSpPr>
          <p:nvPr>
            <p:ph sz="half" idx="2"/>
          </p:nvPr>
        </p:nvSpPr>
        <p:spPr>
          <a:xfrm>
            <a:off x="828870" y="1025235"/>
            <a:ext cx="5059312" cy="5331115"/>
          </a:xfrm>
          <a:ln>
            <a:solidFill>
              <a:schemeClr val="accent1"/>
            </a:solidFill>
          </a:ln>
        </p:spPr>
        <p:txBody>
          <a:bodyPr>
            <a:normAutofit lnSpcReduction="10000"/>
          </a:bodyPr>
          <a:lstStyle/>
          <a:p>
            <a:pPr marL="0" indent="0">
              <a:buNone/>
            </a:pPr>
            <a:r>
              <a:rPr lang="fr-FR" sz="1200" b="1" dirty="0">
                <a:solidFill>
                  <a:schemeClr val="accent1"/>
                </a:solidFill>
              </a:rPr>
              <a:t>Anatomie d'un échange HTTP/1.1</a:t>
            </a:r>
          </a:p>
          <a:p>
            <a:pPr marL="0" indent="0">
              <a:buNone/>
            </a:pPr>
            <a:endParaRPr lang="fr-FR" sz="1200" b="1" dirty="0">
              <a:solidFill>
                <a:schemeClr val="accent1"/>
              </a:solidFill>
            </a:endParaRPr>
          </a:p>
          <a:p>
            <a:pPr marL="0" indent="0">
              <a:buNone/>
            </a:pPr>
            <a:endParaRPr lang="fr-FR" sz="1200" b="1" dirty="0">
              <a:solidFill>
                <a:schemeClr val="accent1"/>
              </a:solidFill>
            </a:endParaRPr>
          </a:p>
          <a:p>
            <a:pPr marL="0" indent="0">
              <a:buNone/>
            </a:pPr>
            <a:endParaRPr lang="fr-FR" sz="1200" b="1" dirty="0">
              <a:solidFill>
                <a:schemeClr val="accent1"/>
              </a:solidFill>
            </a:endParaRPr>
          </a:p>
          <a:p>
            <a:pPr marL="0" indent="0">
              <a:buNone/>
            </a:pPr>
            <a:endParaRPr lang="fr-FR" sz="1200" b="1" dirty="0">
              <a:solidFill>
                <a:schemeClr val="accent1"/>
              </a:solidFill>
            </a:endParaRPr>
          </a:p>
          <a:p>
            <a:pPr>
              <a:lnSpc>
                <a:spcPct val="0"/>
              </a:lnSpc>
            </a:pPr>
            <a:r>
              <a:rPr lang="fr-FR" sz="1200" b="1" dirty="0">
                <a:solidFill>
                  <a:schemeClr val="accent1"/>
                </a:solidFill>
              </a:rPr>
              <a:t>1re ligne de requête : </a:t>
            </a:r>
            <a:r>
              <a:rPr lang="fr-FR" sz="1200" dirty="0">
                <a:solidFill>
                  <a:schemeClr val="accent1"/>
                </a:solidFill>
              </a:rPr>
              <a:t>méthode + chemin + version. </a:t>
            </a:r>
          </a:p>
          <a:p>
            <a:pPr>
              <a:lnSpc>
                <a:spcPct val="0"/>
              </a:lnSpc>
            </a:pPr>
            <a:endParaRPr lang="fr-FR" sz="1200" dirty="0">
              <a:solidFill>
                <a:schemeClr val="accent1"/>
              </a:solidFill>
            </a:endParaRPr>
          </a:p>
          <a:p>
            <a:pPr>
              <a:lnSpc>
                <a:spcPct val="0"/>
              </a:lnSpc>
            </a:pPr>
            <a:r>
              <a:rPr lang="fr-FR" sz="1200" b="1" dirty="0">
                <a:solidFill>
                  <a:schemeClr val="accent1"/>
                </a:solidFill>
              </a:rPr>
              <a:t>1re ligne de réponse : </a:t>
            </a:r>
            <a:r>
              <a:rPr lang="fr-FR" sz="1200" dirty="0">
                <a:solidFill>
                  <a:schemeClr val="accent1"/>
                </a:solidFill>
              </a:rPr>
              <a:t>version + code + libellé.</a:t>
            </a:r>
          </a:p>
          <a:p>
            <a:pPr>
              <a:lnSpc>
                <a:spcPct val="0"/>
              </a:lnSpc>
            </a:pPr>
            <a:endParaRPr lang="fr-FR" sz="1200" dirty="0">
              <a:solidFill>
                <a:schemeClr val="accent1"/>
              </a:solidFill>
            </a:endParaRPr>
          </a:p>
          <a:p>
            <a:pPr>
              <a:lnSpc>
                <a:spcPct val="0"/>
              </a:lnSpc>
            </a:pPr>
            <a:r>
              <a:rPr lang="fr-FR" sz="1200" dirty="0">
                <a:solidFill>
                  <a:schemeClr val="accent1"/>
                </a:solidFill>
              </a:rPr>
              <a:t>Puis </a:t>
            </a:r>
            <a:r>
              <a:rPr lang="fr-FR" sz="1200" b="1" dirty="0">
                <a:solidFill>
                  <a:schemeClr val="accent1"/>
                </a:solidFill>
              </a:rPr>
              <a:t>les en-têtes (clé: valeur), une ligne vide, et le corps.</a:t>
            </a:r>
          </a:p>
          <a:p>
            <a:pPr>
              <a:lnSpc>
                <a:spcPct val="0"/>
              </a:lnSpc>
            </a:pPr>
            <a:endParaRPr lang="fr-FR" sz="1200" b="1" dirty="0">
              <a:solidFill>
                <a:schemeClr val="accent1"/>
              </a:solidFill>
            </a:endParaRPr>
          </a:p>
          <a:p>
            <a:pPr>
              <a:lnSpc>
                <a:spcPct val="0"/>
              </a:lnSpc>
            </a:pPr>
            <a:r>
              <a:rPr lang="fr-FR" sz="1200" b="1" dirty="0">
                <a:solidFill>
                  <a:schemeClr val="accent1"/>
                </a:solidFill>
              </a:rPr>
              <a:t>Host: est obligatoire </a:t>
            </a:r>
            <a:r>
              <a:rPr lang="fr-FR" sz="1200" dirty="0">
                <a:solidFill>
                  <a:schemeClr val="accent1"/>
                </a:solidFill>
              </a:rPr>
              <a:t>: un même serveur héberge plusieurs sites </a:t>
            </a:r>
          </a:p>
          <a:p>
            <a:pPr marL="0" indent="0">
              <a:lnSpc>
                <a:spcPct val="0"/>
              </a:lnSpc>
              <a:buNone/>
            </a:pPr>
            <a:r>
              <a:rPr lang="fr-FR" sz="1200" dirty="0">
                <a:solidFill>
                  <a:schemeClr val="accent1"/>
                </a:solidFill>
              </a:rPr>
              <a:t>(c'est aussi ce qu'utilisera l’ALB pour router en L7)</a:t>
            </a:r>
          </a:p>
          <a:p>
            <a:pPr marL="0" indent="0">
              <a:lnSpc>
                <a:spcPct val="0"/>
              </a:lnSpc>
              <a:buNone/>
            </a:pPr>
            <a:endParaRPr lang="fr-FR" sz="1200" dirty="0">
              <a:solidFill>
                <a:schemeClr val="accent1"/>
              </a:solidFill>
            </a:endParaRPr>
          </a:p>
          <a:p>
            <a:pPr marL="0" indent="0">
              <a:lnSpc>
                <a:spcPct val="0"/>
              </a:lnSpc>
              <a:buNone/>
            </a:pPr>
            <a:r>
              <a:rPr lang="fr-FR" sz="1200" b="1" dirty="0">
                <a:solidFill>
                  <a:schemeClr val="accent1"/>
                </a:solidFill>
              </a:rPr>
              <a:t>Méthodes et codes de statut :</a:t>
            </a:r>
          </a:p>
          <a:p>
            <a:pPr>
              <a:lnSpc>
                <a:spcPct val="0"/>
              </a:lnSpc>
            </a:pPr>
            <a:r>
              <a:rPr lang="fr-FR" sz="1200" dirty="0">
                <a:solidFill>
                  <a:schemeClr val="accent1"/>
                </a:solidFill>
              </a:rPr>
              <a:t>Méthodes: </a:t>
            </a:r>
          </a:p>
          <a:p>
            <a:pPr>
              <a:lnSpc>
                <a:spcPct val="0"/>
              </a:lnSpc>
            </a:pPr>
            <a:endParaRPr lang="fr-FR" sz="1200" dirty="0">
              <a:solidFill>
                <a:schemeClr val="accent1"/>
              </a:solidFill>
            </a:endParaRPr>
          </a:p>
          <a:p>
            <a:pPr>
              <a:lnSpc>
                <a:spcPct val="0"/>
              </a:lnSpc>
            </a:pPr>
            <a:r>
              <a:rPr lang="fr-FR" sz="1200" dirty="0">
                <a:solidFill>
                  <a:schemeClr val="accent1"/>
                </a:solidFill>
              </a:rPr>
              <a:t>GET lire — POST créer — PUT/PATCH modifier — DELETE</a:t>
            </a:r>
          </a:p>
          <a:p>
            <a:pPr marL="0" indent="0">
              <a:lnSpc>
                <a:spcPct val="0"/>
              </a:lnSpc>
              <a:buNone/>
            </a:pPr>
            <a:r>
              <a:rPr lang="fr-FR" sz="1200" dirty="0">
                <a:solidFill>
                  <a:schemeClr val="accent1"/>
                </a:solidFill>
              </a:rPr>
              <a:t> supprimer ; </a:t>
            </a:r>
          </a:p>
          <a:p>
            <a:pPr marL="0" indent="0">
              <a:lnSpc>
                <a:spcPct val="0"/>
              </a:lnSpc>
              <a:buNone/>
            </a:pPr>
            <a:endParaRPr lang="fr-FR" sz="1200" dirty="0">
              <a:solidFill>
                <a:schemeClr val="accent1"/>
              </a:solidFill>
            </a:endParaRPr>
          </a:p>
          <a:p>
            <a:pPr>
              <a:lnSpc>
                <a:spcPct val="0"/>
              </a:lnSpc>
            </a:pPr>
            <a:r>
              <a:rPr lang="fr-FR" sz="1200" dirty="0">
                <a:solidFill>
                  <a:schemeClr val="accent1"/>
                </a:solidFill>
              </a:rPr>
              <a:t>GET ne doit jamais modifier l'état (les robots suivent les GET !).   </a:t>
            </a:r>
          </a:p>
          <a:p>
            <a:pPr marL="0" indent="0">
              <a:lnSpc>
                <a:spcPct val="0"/>
              </a:lnSpc>
              <a:buNone/>
            </a:pPr>
            <a:r>
              <a:rPr lang="fr-FR" sz="1200" dirty="0">
                <a:solidFill>
                  <a:schemeClr val="accent1"/>
                </a:solidFill>
              </a:rPr>
              <a:t>Codes de statut — retenir les familles + les vedettes </a:t>
            </a:r>
            <a:r>
              <a:rPr lang="fr-FR" sz="1200" dirty="0"/>
              <a:t>:</a:t>
            </a:r>
          </a:p>
          <a:p>
            <a:pPr marL="0" indent="0">
              <a:lnSpc>
                <a:spcPct val="0"/>
              </a:lnSpc>
              <a:buNone/>
            </a:pPr>
            <a:endParaRPr lang="fr-FR" sz="1200" dirty="0">
              <a:solidFill>
                <a:schemeClr val="accent1"/>
              </a:solidFill>
            </a:endParaRPr>
          </a:p>
          <a:p>
            <a:pPr marL="0" indent="0">
              <a:lnSpc>
                <a:spcPct val="0"/>
              </a:lnSpc>
              <a:buNone/>
            </a:pPr>
            <a:endParaRPr lang="fr-FR" sz="1200" dirty="0">
              <a:solidFill>
                <a:schemeClr val="accent1"/>
              </a:solidFill>
            </a:endParaRPr>
          </a:p>
          <a:p>
            <a:pPr marL="0" indent="0">
              <a:lnSpc>
                <a:spcPct val="0"/>
              </a:lnSpc>
              <a:buNone/>
            </a:pPr>
            <a:endParaRPr lang="fr-FR" sz="1200" dirty="0">
              <a:solidFill>
                <a:schemeClr val="accent1"/>
              </a:solidFill>
            </a:endParaRPr>
          </a:p>
          <a:p>
            <a:pPr marL="0" indent="0">
              <a:lnSpc>
                <a:spcPct val="0"/>
              </a:lnSpc>
              <a:buNone/>
            </a:pPr>
            <a:endParaRPr lang="fr-FR" sz="1200" dirty="0">
              <a:solidFill>
                <a:schemeClr val="accent1"/>
              </a:solidFill>
            </a:endParaRPr>
          </a:p>
          <a:p>
            <a:pPr marL="0" indent="0">
              <a:lnSpc>
                <a:spcPct val="0"/>
              </a:lnSpc>
              <a:buNone/>
            </a:pPr>
            <a:endParaRPr lang="fr-FR" sz="1200" dirty="0">
              <a:solidFill>
                <a:schemeClr val="accent1"/>
              </a:solidFill>
            </a:endParaRPr>
          </a:p>
          <a:p>
            <a:pPr marL="0" indent="0">
              <a:lnSpc>
                <a:spcPct val="0"/>
              </a:lnSpc>
              <a:buNone/>
            </a:pPr>
            <a:endParaRPr lang="fr-FR" sz="1200" dirty="0">
              <a:solidFill>
                <a:schemeClr val="accent1"/>
              </a:solidFill>
            </a:endParaRPr>
          </a:p>
          <a:p>
            <a:pPr marL="0" indent="0">
              <a:lnSpc>
                <a:spcPct val="0"/>
              </a:lnSpc>
              <a:buNone/>
            </a:pPr>
            <a:endParaRPr lang="fr-FR" sz="1200" dirty="0">
              <a:solidFill>
                <a:schemeClr val="accent1"/>
              </a:solidFill>
            </a:endParaRPr>
          </a:p>
          <a:p>
            <a:pPr marL="0" indent="0">
              <a:lnSpc>
                <a:spcPct val="0"/>
              </a:lnSpc>
              <a:buNone/>
            </a:pPr>
            <a:endParaRPr lang="fr-FR" sz="1200" dirty="0">
              <a:solidFill>
                <a:schemeClr val="accent1"/>
              </a:solidFill>
            </a:endParaRPr>
          </a:p>
          <a:p>
            <a:pPr marL="0" indent="0">
              <a:lnSpc>
                <a:spcPct val="0"/>
              </a:lnSpc>
              <a:buNone/>
            </a:pPr>
            <a:endParaRPr lang="fr-FR" sz="1200" dirty="0">
              <a:solidFill>
                <a:schemeClr val="accent1"/>
              </a:solidFill>
            </a:endParaRPr>
          </a:p>
          <a:p>
            <a:pPr marL="0" indent="0">
              <a:lnSpc>
                <a:spcPct val="0"/>
              </a:lnSpc>
              <a:buNone/>
            </a:pPr>
            <a:endParaRPr lang="fr-FR" sz="1200" dirty="0">
              <a:solidFill>
                <a:schemeClr val="accent1"/>
              </a:solidFill>
            </a:endParaRPr>
          </a:p>
          <a:p>
            <a:pPr marL="0" indent="0">
              <a:buNone/>
            </a:pPr>
            <a:r>
              <a:rPr lang="fr-FR" sz="1200" dirty="0">
                <a:solidFill>
                  <a:schemeClr val="accent1"/>
                </a:solidFill>
              </a:rPr>
              <a:t>Réflexe d'admin : 502/504 derrière un load balancer = le backend est en cause (mort, lent, ou </a:t>
            </a:r>
            <a:r>
              <a:rPr lang="fr-FR" sz="1200" dirty="0" err="1">
                <a:solidFill>
                  <a:schemeClr val="accent1"/>
                </a:solidFill>
              </a:rPr>
              <a:t>health</a:t>
            </a:r>
            <a:r>
              <a:rPr lang="fr-FR" sz="1200" dirty="0">
                <a:solidFill>
                  <a:schemeClr val="accent1"/>
                </a:solidFill>
              </a:rPr>
              <a:t> check cassé) — vous le vivrez au TP2.</a:t>
            </a:r>
          </a:p>
          <a:p>
            <a:pPr marL="0" indent="0">
              <a:lnSpc>
                <a:spcPct val="0"/>
              </a:lnSpc>
              <a:buNone/>
            </a:pPr>
            <a:endParaRPr lang="fr-FR" sz="1200" dirty="0">
              <a:solidFill>
                <a:schemeClr val="accent1"/>
              </a:solidFill>
            </a:endParaRPr>
          </a:p>
          <a:p>
            <a:pPr marL="0" indent="0">
              <a:buNone/>
            </a:pPr>
            <a:endParaRPr lang="fr-FR" sz="1200" dirty="0">
              <a:solidFill>
                <a:schemeClr val="accent1"/>
              </a:solidFill>
            </a:endParaRPr>
          </a:p>
          <a:p>
            <a:pPr marL="0" indent="0">
              <a:buNone/>
            </a:pPr>
            <a:endParaRPr lang="fr-FR" sz="1200" b="1" dirty="0">
              <a:solidFill>
                <a:schemeClr val="accent1"/>
              </a:solidFill>
            </a:endParaRPr>
          </a:p>
          <a:p>
            <a:pPr marL="0" indent="0">
              <a:buNone/>
            </a:pPr>
            <a:endParaRPr lang="fr-FR" sz="1200" b="1" dirty="0">
              <a:solidFill>
                <a:schemeClr val="accent1"/>
              </a:solidFill>
            </a:endParaRPr>
          </a:p>
        </p:txBody>
      </p:sp>
      <p:sp>
        <p:nvSpPr>
          <p:cNvPr id="4" name="Espace réservé du numéro de diapositive 3">
            <a:extLst>
              <a:ext uri="{FF2B5EF4-FFF2-40B4-BE49-F238E27FC236}">
                <a16:creationId xmlns:a16="http://schemas.microsoft.com/office/drawing/2014/main" id="{AF135338-2874-1036-0EF2-4599C03AD592}"/>
              </a:ext>
            </a:extLst>
          </p:cNvPr>
          <p:cNvSpPr>
            <a:spLocks noGrp="1"/>
          </p:cNvSpPr>
          <p:nvPr>
            <p:ph type="sldNum" sz="quarter" idx="12"/>
          </p:nvPr>
        </p:nvSpPr>
        <p:spPr/>
        <p:txBody>
          <a:bodyPr/>
          <a:lstStyle/>
          <a:p>
            <a:fld id="{A1788E4B-14DA-4295-B966-6520CEF7CCFD}" type="slidenum">
              <a:rPr lang="fr-FR" smtClean="0"/>
              <a:t>27</a:t>
            </a:fld>
            <a:endParaRPr lang="fr-FR"/>
          </a:p>
        </p:txBody>
      </p:sp>
      <p:pic>
        <p:nvPicPr>
          <p:cNvPr id="11" name="Image 10">
            <a:extLst>
              <a:ext uri="{FF2B5EF4-FFF2-40B4-BE49-F238E27FC236}">
                <a16:creationId xmlns:a16="http://schemas.microsoft.com/office/drawing/2014/main" id="{FDDB509A-4E34-F1E9-C57E-954CB6DE092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20000" contrast="40000"/>
                    </a14:imgEffect>
                  </a14:imgLayer>
                </a14:imgProps>
              </a:ext>
            </a:extLst>
          </a:blip>
          <a:stretch>
            <a:fillRect/>
          </a:stretch>
        </p:blipFill>
        <p:spPr>
          <a:xfrm>
            <a:off x="979148" y="1265670"/>
            <a:ext cx="4648200" cy="1127481"/>
          </a:xfrm>
          <a:prstGeom prst="rect">
            <a:avLst/>
          </a:prstGeom>
        </p:spPr>
      </p:pic>
      <p:pic>
        <p:nvPicPr>
          <p:cNvPr id="15" name="Image 14">
            <a:extLst>
              <a:ext uri="{FF2B5EF4-FFF2-40B4-BE49-F238E27FC236}">
                <a16:creationId xmlns:a16="http://schemas.microsoft.com/office/drawing/2014/main" id="{97B0A822-0E0C-861A-A4C2-5AE3E5B2A0FB}"/>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979148" y="4661863"/>
            <a:ext cx="4636077" cy="1127481"/>
          </a:xfrm>
          <a:prstGeom prst="rect">
            <a:avLst/>
          </a:prstGeom>
        </p:spPr>
      </p:pic>
      <p:sp>
        <p:nvSpPr>
          <p:cNvPr id="16" name="Espace réservé du contenu 4">
            <a:extLst>
              <a:ext uri="{FF2B5EF4-FFF2-40B4-BE49-F238E27FC236}">
                <a16:creationId xmlns:a16="http://schemas.microsoft.com/office/drawing/2014/main" id="{3CFBBA51-7D1F-D77D-3B74-691C65032C14}"/>
              </a:ext>
            </a:extLst>
          </p:cNvPr>
          <p:cNvSpPr txBox="1">
            <a:spLocks/>
          </p:cNvSpPr>
          <p:nvPr/>
        </p:nvSpPr>
        <p:spPr>
          <a:xfrm>
            <a:off x="6029130" y="1025235"/>
            <a:ext cx="5864998" cy="5331115"/>
          </a:xfrm>
          <a:prstGeom prst="rect">
            <a:avLst/>
          </a:prstGeom>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solidFill>
                  <a:schemeClr val="accent1"/>
                </a:solidFill>
              </a:rPr>
              <a:t>HTTP/2 : même sémantique, transport plus malin</a:t>
            </a:r>
          </a:p>
          <a:p>
            <a:pPr marL="0" indent="0" algn="just">
              <a:buNone/>
            </a:pPr>
            <a:r>
              <a:rPr lang="fr-FR" sz="1200" dirty="0">
                <a:solidFill>
                  <a:schemeClr val="accent1"/>
                </a:solidFill>
              </a:rPr>
              <a:t>HTTP/1.1 : une requête à la fois par connexion TCP → les navigateurs ouvraient 6 connexions en parallèle et ça bloquait quand même (</a:t>
            </a:r>
            <a:r>
              <a:rPr lang="fr-FR" sz="1200" dirty="0" err="1">
                <a:solidFill>
                  <a:schemeClr val="accent1"/>
                </a:solidFill>
              </a:rPr>
              <a:t>head</a:t>
            </a:r>
            <a:r>
              <a:rPr lang="fr-FR" sz="1200" dirty="0">
                <a:solidFill>
                  <a:schemeClr val="accent1"/>
                </a:solidFill>
              </a:rPr>
              <a:t>-</a:t>
            </a:r>
            <a:r>
              <a:rPr lang="fr-FR" sz="1200" dirty="0" err="1">
                <a:solidFill>
                  <a:schemeClr val="accent1"/>
                </a:solidFill>
              </a:rPr>
              <a:t>of-line</a:t>
            </a:r>
            <a:r>
              <a:rPr lang="fr-FR" sz="1200" dirty="0">
                <a:solidFill>
                  <a:schemeClr val="accent1"/>
                </a:solidFill>
              </a:rPr>
              <a:t> blocking). </a:t>
            </a:r>
          </a:p>
          <a:p>
            <a:pPr marL="0" indent="0" algn="just">
              <a:buNone/>
            </a:pPr>
            <a:r>
              <a:rPr lang="fr-FR" sz="1200" b="1" dirty="0">
                <a:solidFill>
                  <a:schemeClr val="accent1"/>
                </a:solidFill>
              </a:rPr>
              <a:t>HTTP/2 </a:t>
            </a:r>
            <a:r>
              <a:rPr lang="fr-FR" sz="1200" dirty="0">
                <a:solidFill>
                  <a:schemeClr val="accent1"/>
                </a:solidFill>
              </a:rPr>
              <a:t>garde méthodes/codes/en-têtes mais change le transport : </a:t>
            </a:r>
          </a:p>
          <a:p>
            <a:pPr algn="just"/>
            <a:r>
              <a:rPr lang="fr-FR" sz="1200" b="1" dirty="0">
                <a:solidFill>
                  <a:schemeClr val="accent1"/>
                </a:solidFill>
              </a:rPr>
              <a:t>binaire</a:t>
            </a:r>
            <a:r>
              <a:rPr lang="fr-FR" sz="1200" dirty="0">
                <a:solidFill>
                  <a:schemeClr val="accent1"/>
                </a:solidFill>
              </a:rPr>
              <a:t> (plus du texte brut sur le fil) ; </a:t>
            </a:r>
          </a:p>
          <a:p>
            <a:pPr algn="just"/>
            <a:r>
              <a:rPr lang="fr-FR" sz="1200" b="1" dirty="0">
                <a:solidFill>
                  <a:schemeClr val="accent1"/>
                </a:solidFill>
              </a:rPr>
              <a:t>multiplexage : </a:t>
            </a:r>
            <a:r>
              <a:rPr lang="fr-FR" sz="1200" dirty="0">
                <a:solidFill>
                  <a:schemeClr val="accent1"/>
                </a:solidFill>
              </a:rPr>
              <a:t>des dizaines de requêtes simultanées sur une seule connexion TCP ; </a:t>
            </a:r>
          </a:p>
          <a:p>
            <a:pPr algn="just"/>
            <a:r>
              <a:rPr lang="fr-FR" sz="1200" b="1" dirty="0">
                <a:solidFill>
                  <a:schemeClr val="accent1"/>
                </a:solidFill>
              </a:rPr>
              <a:t>compression des en-têtes </a:t>
            </a:r>
            <a:r>
              <a:rPr lang="fr-FR" sz="1200" dirty="0">
                <a:solidFill>
                  <a:schemeClr val="accent1"/>
                </a:solidFill>
              </a:rPr>
              <a:t>(HPACK) ; </a:t>
            </a:r>
          </a:p>
          <a:p>
            <a:pPr algn="just"/>
            <a:r>
              <a:rPr lang="fr-FR" sz="1200" dirty="0">
                <a:solidFill>
                  <a:schemeClr val="accent1"/>
                </a:solidFill>
              </a:rPr>
              <a:t>en pratique, toujours utilisé </a:t>
            </a:r>
            <a:r>
              <a:rPr lang="fr-FR" sz="1200" b="1" dirty="0">
                <a:solidFill>
                  <a:schemeClr val="accent1"/>
                </a:solidFill>
              </a:rPr>
              <a:t>avec TLS. </a:t>
            </a:r>
          </a:p>
          <a:p>
            <a:pPr marL="0" indent="0" algn="just">
              <a:buNone/>
            </a:pPr>
            <a:r>
              <a:rPr lang="fr-FR" sz="1200" dirty="0">
                <a:solidFill>
                  <a:schemeClr val="accent1"/>
                </a:solidFill>
              </a:rPr>
              <a:t>Ce que ça change pour vous : rien dans le code, tout dans la config — c'est </a:t>
            </a:r>
            <a:r>
              <a:rPr lang="fr-FR" sz="1200" b="1" dirty="0">
                <a:solidFill>
                  <a:schemeClr val="accent1"/>
                </a:solidFill>
              </a:rPr>
              <a:t>le load balancer </a:t>
            </a:r>
            <a:r>
              <a:rPr lang="fr-FR" sz="1200" dirty="0">
                <a:solidFill>
                  <a:schemeClr val="accent1"/>
                </a:solidFill>
              </a:rPr>
              <a:t>ou </a:t>
            </a:r>
            <a:r>
              <a:rPr lang="fr-FR" sz="1200" dirty="0" err="1">
                <a:solidFill>
                  <a:schemeClr val="accent1"/>
                </a:solidFill>
              </a:rPr>
              <a:t>nginx</a:t>
            </a:r>
            <a:r>
              <a:rPr lang="fr-FR" sz="1200" dirty="0">
                <a:solidFill>
                  <a:schemeClr val="accent1"/>
                </a:solidFill>
              </a:rPr>
              <a:t> qui parle HTTP/2 au client (l'ALB AWS le fait par défaut). HTTP/3 = même idée sur QUIC/UDP ; retenez le nom, hors programme..</a:t>
            </a:r>
          </a:p>
          <a:p>
            <a:pPr marL="0" indent="0">
              <a:lnSpc>
                <a:spcPct val="0"/>
              </a:lnSpc>
              <a:buFont typeface="Arial" panose="020B0604020202020204" pitchFamily="34" charset="0"/>
              <a:buNone/>
            </a:pPr>
            <a:endParaRPr lang="fr-FR" sz="1200" dirty="0">
              <a:solidFill>
                <a:schemeClr val="accent1"/>
              </a:solidFill>
            </a:endParaRPr>
          </a:p>
          <a:p>
            <a:pPr marL="0" indent="0">
              <a:buFont typeface="Arial" panose="020B0604020202020204" pitchFamily="34" charset="0"/>
              <a:buNone/>
            </a:pPr>
            <a:endParaRPr lang="fr-FR" sz="1200" dirty="0">
              <a:solidFill>
                <a:schemeClr val="accent1"/>
              </a:solidFill>
            </a:endParaRPr>
          </a:p>
          <a:p>
            <a:pPr marL="0" indent="0">
              <a:buFont typeface="Arial" panose="020B0604020202020204" pitchFamily="34" charset="0"/>
              <a:buNone/>
            </a:pPr>
            <a:endParaRPr lang="fr-FR" sz="1200" b="1" dirty="0">
              <a:solidFill>
                <a:schemeClr val="accent1"/>
              </a:solidFill>
            </a:endParaRPr>
          </a:p>
          <a:p>
            <a:pPr marL="0" indent="0">
              <a:buFont typeface="Arial" panose="020B0604020202020204" pitchFamily="34" charset="0"/>
              <a:buNone/>
            </a:pPr>
            <a:endParaRPr lang="fr-FR" sz="1200" b="1" dirty="0">
              <a:solidFill>
                <a:schemeClr val="accent1"/>
              </a:solidFill>
            </a:endParaRPr>
          </a:p>
        </p:txBody>
      </p:sp>
    </p:spTree>
    <p:extLst>
      <p:ext uri="{BB962C8B-B14F-4D97-AF65-F5344CB8AC3E}">
        <p14:creationId xmlns:p14="http://schemas.microsoft.com/office/powerpoint/2010/main" val="27082867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97263-C3DF-4B49-2B86-6D77E8C91B50}"/>
            </a:ext>
          </a:extLst>
        </p:cNvPr>
        <p:cNvGrpSpPr/>
        <p:nvPr/>
      </p:nvGrpSpPr>
      <p:grpSpPr>
        <a:xfrm>
          <a:off x="0" y="0"/>
          <a:ext cx="0" cy="0"/>
          <a:chOff x="0" y="0"/>
          <a:chExt cx="0" cy="0"/>
        </a:xfrm>
      </p:grpSpPr>
      <p:sp>
        <p:nvSpPr>
          <p:cNvPr id="12" name="Espace réservé du contenu 11">
            <a:extLst>
              <a:ext uri="{FF2B5EF4-FFF2-40B4-BE49-F238E27FC236}">
                <a16:creationId xmlns:a16="http://schemas.microsoft.com/office/drawing/2014/main" id="{133D6DBA-F23C-7800-96A0-2A204781AD59}"/>
              </a:ext>
            </a:extLst>
          </p:cNvPr>
          <p:cNvSpPr>
            <a:spLocks noGrp="1"/>
          </p:cNvSpPr>
          <p:nvPr>
            <p:ph sz="half" idx="1"/>
          </p:nvPr>
        </p:nvSpPr>
        <p:spPr>
          <a:xfrm>
            <a:off x="180109" y="4211779"/>
            <a:ext cx="11714019" cy="2509696"/>
          </a:xfrm>
          <a:noFill/>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fr-FR" sz="1200" b="1" dirty="0">
                <a:solidFill>
                  <a:schemeClr val="accent1"/>
                </a:solidFill>
              </a:rPr>
              <a:t>La chaîne de confiance</a:t>
            </a:r>
          </a:p>
          <a:p>
            <a:pPr marL="0" indent="0">
              <a:buNone/>
            </a:pPr>
            <a:r>
              <a:rPr lang="fr-FR" sz="1200" dirty="0">
                <a:solidFill>
                  <a:schemeClr val="accent1"/>
                </a:solidFill>
              </a:rPr>
              <a:t>Le navigateur vérifie la chaîne complète : serveur → intermédiaire → une racine qu'il connaît déjà. Il suffit d'une racine de confiance pour valider des millions de sites. Piège d'admin n°1 : oublier de servir le certificat intermédiaire → ça marche dans certains navigateurs (cache) et pas dans d'autres.</a:t>
            </a:r>
            <a:endParaRPr lang="fr-FR" sz="1200" b="1" dirty="0">
              <a:solidFill>
                <a:schemeClr val="accent1"/>
              </a:solidFill>
            </a:endParaRPr>
          </a:p>
        </p:txBody>
      </p:sp>
      <p:sp>
        <p:nvSpPr>
          <p:cNvPr id="2" name="Titre 1">
            <a:extLst>
              <a:ext uri="{FF2B5EF4-FFF2-40B4-BE49-F238E27FC236}">
                <a16:creationId xmlns:a16="http://schemas.microsoft.com/office/drawing/2014/main" id="{AB2F3334-30C9-34C7-3FD5-0593408D72D2}"/>
              </a:ext>
            </a:extLst>
          </p:cNvPr>
          <p:cNvSpPr>
            <a:spLocks noGrp="1"/>
          </p:cNvSpPr>
          <p:nvPr>
            <p:ph type="title"/>
          </p:nvPr>
        </p:nvSpPr>
        <p:spPr>
          <a:xfrm>
            <a:off x="180109" y="136525"/>
            <a:ext cx="11714019" cy="493857"/>
          </a:xfrm>
          <a:ln>
            <a:solidFill>
              <a:schemeClr val="accent1"/>
            </a:solidFill>
          </a:ln>
        </p:spPr>
        <p:txBody>
          <a:bodyPr>
            <a:normAutofit/>
          </a:bodyPr>
          <a:lstStyle/>
          <a:p>
            <a:r>
              <a:rPr lang="fr-FR" sz="1200" b="1" dirty="0">
                <a:solidFill>
                  <a:schemeClr val="accent1"/>
                </a:solidFill>
              </a:rPr>
              <a:t>Le TLS</a:t>
            </a:r>
          </a:p>
        </p:txBody>
      </p:sp>
      <p:sp>
        <p:nvSpPr>
          <p:cNvPr id="5" name="Espace réservé du contenu 4">
            <a:extLst>
              <a:ext uri="{FF2B5EF4-FFF2-40B4-BE49-F238E27FC236}">
                <a16:creationId xmlns:a16="http://schemas.microsoft.com/office/drawing/2014/main" id="{3FC19C82-5BDC-0997-4F11-079A402F049A}"/>
              </a:ext>
            </a:extLst>
          </p:cNvPr>
          <p:cNvSpPr>
            <a:spLocks noGrp="1"/>
          </p:cNvSpPr>
          <p:nvPr>
            <p:ph sz="half" idx="2"/>
          </p:nvPr>
        </p:nvSpPr>
        <p:spPr>
          <a:xfrm>
            <a:off x="180109" y="827809"/>
            <a:ext cx="5140036" cy="3186545"/>
          </a:xfrm>
          <a:ln>
            <a:solidFill>
              <a:schemeClr val="accent1"/>
            </a:solidFill>
          </a:ln>
        </p:spPr>
        <p:txBody>
          <a:bodyPr>
            <a:normAutofit/>
          </a:bodyPr>
          <a:lstStyle/>
          <a:p>
            <a:pPr marL="0" indent="0">
              <a:lnSpc>
                <a:spcPct val="0"/>
              </a:lnSpc>
              <a:buNone/>
            </a:pPr>
            <a:endParaRPr lang="fr-FR" sz="1200" dirty="0">
              <a:solidFill>
                <a:schemeClr val="accent1"/>
              </a:solidFill>
            </a:endParaRPr>
          </a:p>
          <a:p>
            <a:pPr marL="0" indent="0">
              <a:buNone/>
            </a:pPr>
            <a:r>
              <a:rPr lang="fr-FR" sz="1200" b="1" dirty="0">
                <a:solidFill>
                  <a:schemeClr val="accent1"/>
                </a:solidFill>
              </a:rPr>
              <a:t>Ce que le TLS garantit (et HTTPS = HTTP +TLS)</a:t>
            </a:r>
          </a:p>
          <a:p>
            <a:pPr marL="0" indent="0">
              <a:buNone/>
            </a:pPr>
            <a:r>
              <a:rPr lang="fr-FR" sz="1200" b="1" dirty="0">
                <a:solidFill>
                  <a:schemeClr val="accent1"/>
                </a:solidFill>
              </a:rPr>
              <a:t>TLS</a:t>
            </a:r>
            <a:r>
              <a:rPr lang="fr-FR" sz="1200" dirty="0">
                <a:solidFill>
                  <a:schemeClr val="accent1"/>
                </a:solidFill>
              </a:rPr>
              <a:t> (Transport Layer Security, successeur de SSL — le nom « SSL » survit dans le langage courant) apporte trois garanties : </a:t>
            </a:r>
          </a:p>
          <a:p>
            <a:pPr>
              <a:buAutoNum type="arabicPeriod"/>
            </a:pPr>
            <a:r>
              <a:rPr lang="fr-FR" sz="1200" b="1" dirty="0">
                <a:solidFill>
                  <a:schemeClr val="accent1"/>
                </a:solidFill>
              </a:rPr>
              <a:t>Confidentialité : </a:t>
            </a:r>
            <a:r>
              <a:rPr lang="fr-FR" sz="1200" dirty="0">
                <a:solidFill>
                  <a:schemeClr val="accent1"/>
                </a:solidFill>
              </a:rPr>
              <a:t>le contenu est chiffré, illisible en transit. </a:t>
            </a:r>
          </a:p>
          <a:p>
            <a:pPr>
              <a:buAutoNum type="arabicPeriod"/>
            </a:pPr>
            <a:r>
              <a:rPr lang="fr-FR" sz="1200" b="1" dirty="0">
                <a:solidFill>
                  <a:schemeClr val="accent1"/>
                </a:solidFill>
              </a:rPr>
              <a:t>Intégrité : </a:t>
            </a:r>
            <a:r>
              <a:rPr lang="fr-FR" sz="1200" dirty="0">
                <a:solidFill>
                  <a:schemeClr val="accent1"/>
                </a:solidFill>
              </a:rPr>
              <a:t>toute altération est détectée. </a:t>
            </a:r>
          </a:p>
          <a:p>
            <a:pPr>
              <a:buAutoNum type="arabicPeriod"/>
            </a:pPr>
            <a:r>
              <a:rPr lang="fr-FR" sz="1200" b="1" dirty="0">
                <a:solidFill>
                  <a:schemeClr val="accent1"/>
                </a:solidFill>
              </a:rPr>
              <a:t>Authenticité </a:t>
            </a:r>
            <a:r>
              <a:rPr lang="fr-FR" sz="1200" dirty="0">
                <a:solidFill>
                  <a:schemeClr val="accent1"/>
                </a:solidFill>
              </a:rPr>
              <a:t>: vous parlez bien à stockline.example.com , pas à un imposteur — c'est le rôle du certificat. </a:t>
            </a:r>
          </a:p>
          <a:p>
            <a:pPr marL="0" indent="0">
              <a:buNone/>
            </a:pPr>
            <a:r>
              <a:rPr lang="fr-FR" sz="1200" dirty="0">
                <a:solidFill>
                  <a:schemeClr val="accent1"/>
                </a:solidFill>
              </a:rPr>
              <a:t>Sans le point 3, les points 1 et 2 ne servent à rien : chiffrer sa conversation avec un pirate reste une conversation avec un pirate.</a:t>
            </a:r>
          </a:p>
          <a:p>
            <a:pPr marL="0" indent="0">
              <a:buNone/>
            </a:pPr>
            <a:r>
              <a:rPr lang="fr-FR" sz="1200" dirty="0">
                <a:solidFill>
                  <a:schemeClr val="accent1"/>
                </a:solidFill>
              </a:rPr>
              <a:t> Versions : </a:t>
            </a:r>
            <a:r>
              <a:rPr lang="fr-FR" sz="1200" b="1" dirty="0">
                <a:solidFill>
                  <a:schemeClr val="accent1"/>
                </a:solidFill>
              </a:rPr>
              <a:t>TLS 1.2 </a:t>
            </a:r>
            <a:r>
              <a:rPr lang="fr-FR" sz="1200" dirty="0">
                <a:solidFill>
                  <a:schemeClr val="accent1"/>
                </a:solidFill>
              </a:rPr>
              <a:t>(encore courant) et </a:t>
            </a:r>
            <a:r>
              <a:rPr lang="fr-FR" sz="1200" b="1" dirty="0">
                <a:solidFill>
                  <a:schemeClr val="accent1"/>
                </a:solidFill>
              </a:rPr>
              <a:t>TLS 1.3 </a:t>
            </a:r>
            <a:r>
              <a:rPr lang="fr-FR" sz="1200" dirty="0">
                <a:solidFill>
                  <a:schemeClr val="accent1"/>
                </a:solidFill>
              </a:rPr>
              <a:t>(standard actuel, handshake plus rapide). SSLv3, TLS 1.0/1.1 : </a:t>
            </a:r>
            <a:r>
              <a:rPr lang="fr-FR" sz="1200" b="1" dirty="0">
                <a:solidFill>
                  <a:schemeClr val="accent1"/>
                </a:solidFill>
              </a:rPr>
              <a:t>à bannir </a:t>
            </a:r>
            <a:r>
              <a:rPr lang="fr-FR" sz="1200" dirty="0">
                <a:solidFill>
                  <a:schemeClr val="accent1"/>
                </a:solidFill>
              </a:rPr>
              <a:t>— les scanners de CL-SECU vous le rappelleront.</a:t>
            </a:r>
          </a:p>
          <a:p>
            <a:pPr marL="0" indent="0">
              <a:buNone/>
            </a:pPr>
            <a:endParaRPr lang="fr-FR" sz="1200" dirty="0">
              <a:solidFill>
                <a:schemeClr val="accent1"/>
              </a:solidFill>
            </a:endParaRPr>
          </a:p>
          <a:p>
            <a:pPr marL="0" indent="0">
              <a:buNone/>
            </a:pPr>
            <a:endParaRPr lang="fr-FR" sz="1200" b="1" dirty="0">
              <a:solidFill>
                <a:schemeClr val="accent1"/>
              </a:solidFill>
            </a:endParaRPr>
          </a:p>
          <a:p>
            <a:pPr marL="0" indent="0">
              <a:buNone/>
            </a:pPr>
            <a:endParaRPr lang="fr-FR" sz="1200" b="1" dirty="0">
              <a:solidFill>
                <a:schemeClr val="accent1"/>
              </a:solidFill>
            </a:endParaRPr>
          </a:p>
        </p:txBody>
      </p:sp>
      <p:sp>
        <p:nvSpPr>
          <p:cNvPr id="4" name="Espace réservé du numéro de diapositive 3">
            <a:extLst>
              <a:ext uri="{FF2B5EF4-FFF2-40B4-BE49-F238E27FC236}">
                <a16:creationId xmlns:a16="http://schemas.microsoft.com/office/drawing/2014/main" id="{DFBDB814-E39E-5FE4-AC26-46F3C3054029}"/>
              </a:ext>
            </a:extLst>
          </p:cNvPr>
          <p:cNvSpPr>
            <a:spLocks noGrp="1"/>
          </p:cNvSpPr>
          <p:nvPr>
            <p:ph type="sldNum" sz="quarter" idx="12"/>
          </p:nvPr>
        </p:nvSpPr>
        <p:spPr/>
        <p:txBody>
          <a:bodyPr/>
          <a:lstStyle/>
          <a:p>
            <a:fld id="{A1788E4B-14DA-4295-B966-6520CEF7CCFD}" type="slidenum">
              <a:rPr lang="fr-FR" smtClean="0"/>
              <a:t>28</a:t>
            </a:fld>
            <a:endParaRPr lang="fr-FR"/>
          </a:p>
        </p:txBody>
      </p:sp>
      <p:sp>
        <p:nvSpPr>
          <p:cNvPr id="16" name="Espace réservé du contenu 4">
            <a:extLst>
              <a:ext uri="{FF2B5EF4-FFF2-40B4-BE49-F238E27FC236}">
                <a16:creationId xmlns:a16="http://schemas.microsoft.com/office/drawing/2014/main" id="{7F2E5E5C-2D3D-41DE-C114-DEDF8F352E82}"/>
              </a:ext>
            </a:extLst>
          </p:cNvPr>
          <p:cNvSpPr txBox="1">
            <a:spLocks/>
          </p:cNvSpPr>
          <p:nvPr/>
        </p:nvSpPr>
        <p:spPr>
          <a:xfrm>
            <a:off x="5444837" y="827808"/>
            <a:ext cx="6449291" cy="3186546"/>
          </a:xfrm>
          <a:prstGeom prst="rect">
            <a:avLst/>
          </a:prstGeom>
          <a:ln>
            <a:solidFill>
              <a:schemeClr val="accent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b="1" dirty="0">
                <a:solidFill>
                  <a:schemeClr val="accent1"/>
                </a:solidFill>
              </a:rPr>
              <a:t>Le certificat : une carte d'identité signée</a:t>
            </a:r>
          </a:p>
          <a:p>
            <a:pPr marL="0" indent="0">
              <a:buNone/>
            </a:pPr>
            <a:r>
              <a:rPr lang="fr-FR" sz="1200" b="1" dirty="0">
                <a:solidFill>
                  <a:schemeClr val="accent1"/>
                </a:solidFill>
              </a:rPr>
              <a:t>Un certificat X.509 </a:t>
            </a:r>
            <a:r>
              <a:rPr lang="fr-FR" sz="1200" dirty="0">
                <a:solidFill>
                  <a:schemeClr val="accent1"/>
                </a:solidFill>
              </a:rPr>
              <a:t>lie une </a:t>
            </a:r>
            <a:r>
              <a:rPr lang="fr-FR" sz="1200" b="1" dirty="0">
                <a:solidFill>
                  <a:schemeClr val="accent1"/>
                </a:solidFill>
              </a:rPr>
              <a:t>clé publique </a:t>
            </a:r>
            <a:r>
              <a:rPr lang="fr-FR" sz="1200" dirty="0">
                <a:solidFill>
                  <a:schemeClr val="accent1"/>
                </a:solidFill>
              </a:rPr>
              <a:t>à </a:t>
            </a:r>
            <a:r>
              <a:rPr lang="fr-FR" sz="1200" b="1" dirty="0">
                <a:solidFill>
                  <a:schemeClr val="accent1"/>
                </a:solidFill>
              </a:rPr>
              <a:t>une identité</a:t>
            </a:r>
            <a:r>
              <a:rPr lang="fr-FR" sz="1200" dirty="0">
                <a:solidFill>
                  <a:schemeClr val="accent1"/>
                </a:solidFill>
              </a:rPr>
              <a:t>, le tout signé </a:t>
            </a:r>
            <a:r>
              <a:rPr lang="fr-FR" sz="1200" b="1" dirty="0">
                <a:solidFill>
                  <a:schemeClr val="accent1"/>
                </a:solidFill>
              </a:rPr>
              <a:t>par une autorité de certification (CA) </a:t>
            </a:r>
            <a:r>
              <a:rPr lang="fr-FR" sz="1200" dirty="0">
                <a:solidFill>
                  <a:schemeClr val="accent1"/>
                </a:solidFill>
              </a:rPr>
              <a:t>: </a:t>
            </a:r>
          </a:p>
          <a:p>
            <a:pPr marL="0" indent="0">
              <a:buNone/>
            </a:pPr>
            <a:r>
              <a:rPr lang="fr-FR" sz="1200" b="1" dirty="0">
                <a:solidFill>
                  <a:schemeClr val="accent1"/>
                </a:solidFill>
              </a:rPr>
              <a:t>Subject / SAN </a:t>
            </a:r>
            <a:r>
              <a:rPr lang="fr-FR" sz="1200" dirty="0">
                <a:solidFill>
                  <a:schemeClr val="accent1"/>
                </a:solidFill>
              </a:rPr>
              <a:t>(Subject Alternative Names) : les noms couverts (stockline.example.com, *.example.com pour un </a:t>
            </a:r>
            <a:r>
              <a:rPr lang="fr-FR" sz="1200" dirty="0" err="1">
                <a:solidFill>
                  <a:schemeClr val="accent1"/>
                </a:solidFill>
              </a:rPr>
              <a:t>wildcard</a:t>
            </a:r>
            <a:r>
              <a:rPr lang="fr-FR" sz="1200" dirty="0">
                <a:solidFill>
                  <a:schemeClr val="accent1"/>
                </a:solidFill>
              </a:rPr>
              <a:t>) ; </a:t>
            </a:r>
          </a:p>
          <a:p>
            <a:pPr marL="0" indent="0">
              <a:buNone/>
            </a:pPr>
            <a:r>
              <a:rPr lang="fr-FR" sz="1200" b="1" dirty="0">
                <a:solidFill>
                  <a:schemeClr val="accent1"/>
                </a:solidFill>
              </a:rPr>
              <a:t>Validité </a:t>
            </a:r>
            <a:r>
              <a:rPr lang="fr-FR" sz="1200" dirty="0">
                <a:solidFill>
                  <a:schemeClr val="accent1"/>
                </a:solidFill>
              </a:rPr>
              <a:t>: dates de début et de fin (90 jours chez </a:t>
            </a:r>
            <a:r>
              <a:rPr lang="fr-FR" sz="1200" dirty="0" err="1">
                <a:solidFill>
                  <a:schemeClr val="accent1"/>
                </a:solidFill>
              </a:rPr>
              <a:t>Let's</a:t>
            </a:r>
            <a:r>
              <a:rPr lang="fr-FR" sz="1200" dirty="0">
                <a:solidFill>
                  <a:schemeClr val="accent1"/>
                </a:solidFill>
              </a:rPr>
              <a:t> </a:t>
            </a:r>
            <a:r>
              <a:rPr lang="fr-FR" sz="1200" dirty="0" err="1">
                <a:solidFill>
                  <a:schemeClr val="accent1"/>
                </a:solidFill>
              </a:rPr>
              <a:t>Encrypt</a:t>
            </a:r>
            <a:r>
              <a:rPr lang="fr-FR" sz="1200" dirty="0">
                <a:solidFill>
                  <a:schemeClr val="accent1"/>
                </a:solidFill>
              </a:rPr>
              <a:t>) ; </a:t>
            </a:r>
          </a:p>
          <a:p>
            <a:pPr marL="0" indent="0">
              <a:buNone/>
            </a:pPr>
            <a:r>
              <a:rPr lang="fr-FR" sz="1200" b="1" dirty="0">
                <a:solidFill>
                  <a:schemeClr val="accent1"/>
                </a:solidFill>
              </a:rPr>
              <a:t>Émetteur (</a:t>
            </a:r>
            <a:r>
              <a:rPr lang="fr-FR" sz="1200" b="1" dirty="0" err="1">
                <a:solidFill>
                  <a:schemeClr val="accent1"/>
                </a:solidFill>
              </a:rPr>
              <a:t>Issuer</a:t>
            </a:r>
            <a:r>
              <a:rPr lang="fr-FR" sz="1200" b="1" dirty="0">
                <a:solidFill>
                  <a:schemeClr val="accent1"/>
                </a:solidFill>
              </a:rPr>
              <a:t>) : </a:t>
            </a:r>
            <a:r>
              <a:rPr lang="fr-FR" sz="1200" dirty="0">
                <a:solidFill>
                  <a:schemeClr val="accent1"/>
                </a:solidFill>
              </a:rPr>
              <a:t>la CA qui a signé ; </a:t>
            </a:r>
          </a:p>
          <a:p>
            <a:pPr marL="0" indent="0">
              <a:buNone/>
            </a:pPr>
            <a:r>
              <a:rPr lang="fr-FR" sz="1200" b="1" dirty="0">
                <a:solidFill>
                  <a:schemeClr val="accent1"/>
                </a:solidFill>
              </a:rPr>
              <a:t>la clé privée </a:t>
            </a:r>
            <a:r>
              <a:rPr lang="fr-FR" sz="1200" dirty="0">
                <a:solidFill>
                  <a:schemeClr val="accent1"/>
                </a:solidFill>
              </a:rPr>
              <a:t>correspondante reste sur </a:t>
            </a:r>
            <a:r>
              <a:rPr lang="fr-FR" sz="1200" b="1" dirty="0">
                <a:solidFill>
                  <a:schemeClr val="accent1"/>
                </a:solidFill>
              </a:rPr>
              <a:t>le serveur, secrète </a:t>
            </a:r>
            <a:r>
              <a:rPr lang="fr-FR" sz="1200" dirty="0">
                <a:solidFill>
                  <a:schemeClr val="accent1"/>
                </a:solidFill>
              </a:rPr>
              <a:t>— la fuite de la clé privée = certificat compromis. </a:t>
            </a:r>
          </a:p>
          <a:p>
            <a:pPr marL="0" indent="0">
              <a:buNone/>
            </a:pPr>
            <a:r>
              <a:rPr lang="fr-FR" sz="1200" dirty="0">
                <a:solidFill>
                  <a:schemeClr val="accent1"/>
                </a:solidFill>
              </a:rPr>
              <a:t>Principe de la signature : la CA appose une signature cryptographique vérifiable par tous ; </a:t>
            </a:r>
            <a:r>
              <a:rPr lang="fr-FR" sz="1200" b="1" dirty="0">
                <a:solidFill>
                  <a:schemeClr val="accent1"/>
                </a:solidFill>
              </a:rPr>
              <a:t>personne ne peut modifier le certificat </a:t>
            </a:r>
            <a:r>
              <a:rPr lang="fr-FR" sz="1200" dirty="0">
                <a:solidFill>
                  <a:schemeClr val="accent1"/>
                </a:solidFill>
              </a:rPr>
              <a:t>sans invalider la signature. </a:t>
            </a:r>
          </a:p>
          <a:p>
            <a:pPr marL="0" indent="0">
              <a:buNone/>
            </a:pPr>
            <a:r>
              <a:rPr lang="fr-FR" sz="1200" dirty="0">
                <a:solidFill>
                  <a:schemeClr val="accent1"/>
                </a:solidFill>
              </a:rPr>
              <a:t>Erreurs navigateur classiques : certificat expiré, nom non couvert (SAN ≠ domaine visité), CA inconnue (auto-signé).</a:t>
            </a:r>
          </a:p>
          <a:p>
            <a:pPr marL="0" indent="0">
              <a:lnSpc>
                <a:spcPct val="0"/>
              </a:lnSpc>
              <a:buFont typeface="Arial" panose="020B0604020202020204" pitchFamily="34" charset="0"/>
              <a:buNone/>
            </a:pPr>
            <a:endParaRPr lang="fr-FR" sz="1200" dirty="0">
              <a:solidFill>
                <a:schemeClr val="accent1"/>
              </a:solidFill>
            </a:endParaRPr>
          </a:p>
          <a:p>
            <a:pPr marL="0" indent="0">
              <a:buFont typeface="Arial" panose="020B0604020202020204" pitchFamily="34" charset="0"/>
              <a:buNone/>
            </a:pPr>
            <a:endParaRPr lang="fr-FR" sz="1200" dirty="0">
              <a:solidFill>
                <a:schemeClr val="accent1"/>
              </a:solidFill>
            </a:endParaRPr>
          </a:p>
          <a:p>
            <a:pPr marL="0" indent="0">
              <a:buFont typeface="Arial" panose="020B0604020202020204" pitchFamily="34" charset="0"/>
              <a:buNone/>
            </a:pPr>
            <a:endParaRPr lang="fr-FR" sz="1200" b="1" dirty="0">
              <a:solidFill>
                <a:schemeClr val="accent1"/>
              </a:solidFill>
            </a:endParaRPr>
          </a:p>
          <a:p>
            <a:pPr marL="0" indent="0">
              <a:buFont typeface="Arial" panose="020B0604020202020204" pitchFamily="34" charset="0"/>
              <a:buNone/>
            </a:pPr>
            <a:endParaRPr lang="fr-FR" sz="1200" b="1" dirty="0">
              <a:solidFill>
                <a:schemeClr val="accent1"/>
              </a:solidFill>
            </a:endParaRPr>
          </a:p>
        </p:txBody>
      </p:sp>
      <p:pic>
        <p:nvPicPr>
          <p:cNvPr id="9" name="Image 8">
            <a:extLst>
              <a:ext uri="{FF2B5EF4-FFF2-40B4-BE49-F238E27FC236}">
                <a16:creationId xmlns:a16="http://schemas.microsoft.com/office/drawing/2014/main" id="{C9F00D50-F624-BBEC-606B-00FA6F8C339D}"/>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97872" y="5186173"/>
            <a:ext cx="5220429" cy="1352739"/>
          </a:xfrm>
          <a:prstGeom prst="rect">
            <a:avLst/>
          </a:prstGeom>
        </p:spPr>
      </p:pic>
    </p:spTree>
    <p:extLst>
      <p:ext uri="{BB962C8B-B14F-4D97-AF65-F5344CB8AC3E}">
        <p14:creationId xmlns:p14="http://schemas.microsoft.com/office/powerpoint/2010/main" val="41828584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CC62C-04E4-5220-2B1F-D22D67D0813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1BFAE4D-8E18-3B49-5FE0-507E4DCEF36D}"/>
              </a:ext>
            </a:extLst>
          </p:cNvPr>
          <p:cNvSpPr>
            <a:spLocks noGrp="1"/>
          </p:cNvSpPr>
          <p:nvPr>
            <p:ph type="title"/>
          </p:nvPr>
        </p:nvSpPr>
        <p:spPr>
          <a:xfrm>
            <a:off x="180109" y="136525"/>
            <a:ext cx="11714019" cy="493857"/>
          </a:xfrm>
          <a:ln>
            <a:solidFill>
              <a:schemeClr val="accent1"/>
            </a:solidFill>
          </a:ln>
        </p:spPr>
        <p:txBody>
          <a:bodyPr>
            <a:normAutofit/>
          </a:bodyPr>
          <a:lstStyle/>
          <a:p>
            <a:r>
              <a:rPr lang="fr-FR" sz="1200" b="1" dirty="0">
                <a:solidFill>
                  <a:schemeClr val="accent1"/>
                </a:solidFill>
              </a:rPr>
              <a:t>Le TLS</a:t>
            </a:r>
          </a:p>
        </p:txBody>
      </p:sp>
      <p:sp>
        <p:nvSpPr>
          <p:cNvPr id="4" name="Espace réservé du numéro de diapositive 3">
            <a:extLst>
              <a:ext uri="{FF2B5EF4-FFF2-40B4-BE49-F238E27FC236}">
                <a16:creationId xmlns:a16="http://schemas.microsoft.com/office/drawing/2014/main" id="{19155E24-E509-D81B-9F2B-8A8297A1485E}"/>
              </a:ext>
            </a:extLst>
          </p:cNvPr>
          <p:cNvSpPr>
            <a:spLocks noGrp="1"/>
          </p:cNvSpPr>
          <p:nvPr>
            <p:ph type="sldNum" sz="quarter" idx="12"/>
          </p:nvPr>
        </p:nvSpPr>
        <p:spPr/>
        <p:txBody>
          <a:bodyPr/>
          <a:lstStyle/>
          <a:p>
            <a:fld id="{A1788E4B-14DA-4295-B966-6520CEF7CCFD}" type="slidenum">
              <a:rPr lang="fr-FR" smtClean="0"/>
              <a:t>29</a:t>
            </a:fld>
            <a:endParaRPr lang="fr-FR"/>
          </a:p>
        </p:txBody>
      </p:sp>
      <p:sp>
        <p:nvSpPr>
          <p:cNvPr id="13" name="Espace réservé du contenu 12">
            <a:extLst>
              <a:ext uri="{FF2B5EF4-FFF2-40B4-BE49-F238E27FC236}">
                <a16:creationId xmlns:a16="http://schemas.microsoft.com/office/drawing/2014/main" id="{4D6B94B6-204A-F74C-D102-9D4A0A726387}"/>
              </a:ext>
            </a:extLst>
          </p:cNvPr>
          <p:cNvSpPr>
            <a:spLocks noGrp="1"/>
          </p:cNvSpPr>
          <p:nvPr>
            <p:ph sz="half" idx="2"/>
          </p:nvPr>
        </p:nvSpPr>
        <p:spPr>
          <a:xfrm>
            <a:off x="180109" y="762000"/>
            <a:ext cx="11714019" cy="5763491"/>
          </a:xfrm>
        </p:spPr>
        <p:txBody>
          <a:bodyPr>
            <a:normAutofit/>
          </a:bodyPr>
          <a:lstStyle/>
          <a:p>
            <a:pPr marL="0" indent="0">
              <a:buNone/>
            </a:pPr>
            <a:r>
              <a:rPr lang="fr-FR" sz="1200" b="1" dirty="0">
                <a:solidFill>
                  <a:schemeClr val="accent1"/>
                </a:solidFill>
              </a:rPr>
              <a:t>Le handshake TLS, version simplifiée</a:t>
            </a:r>
          </a:p>
          <a:p>
            <a:pPr marL="0" indent="0">
              <a:buNone/>
            </a:pPr>
            <a:endParaRPr lang="fr-FR" sz="1200" b="1" dirty="0">
              <a:solidFill>
                <a:schemeClr val="accent1"/>
              </a:solidFill>
            </a:endParaRPr>
          </a:p>
          <a:p>
            <a:pPr marL="0" indent="0">
              <a:buNone/>
            </a:pPr>
            <a:endParaRPr lang="fr-FR" sz="1200" b="1" dirty="0">
              <a:solidFill>
                <a:schemeClr val="accent1"/>
              </a:solidFill>
            </a:endParaRPr>
          </a:p>
          <a:p>
            <a:pPr marL="0" indent="0">
              <a:buNone/>
            </a:pPr>
            <a:endParaRPr lang="fr-FR" sz="1200" b="1" dirty="0">
              <a:solidFill>
                <a:schemeClr val="accent1"/>
              </a:solidFill>
            </a:endParaRPr>
          </a:p>
          <a:p>
            <a:pPr marL="0" indent="0">
              <a:buNone/>
            </a:pPr>
            <a:endParaRPr lang="fr-FR" sz="1200" b="1" dirty="0">
              <a:solidFill>
                <a:schemeClr val="accent1"/>
              </a:solidFill>
            </a:endParaRPr>
          </a:p>
          <a:p>
            <a:pPr marL="0" indent="0">
              <a:buNone/>
            </a:pPr>
            <a:endParaRPr lang="fr-FR" sz="1200" b="1" dirty="0">
              <a:solidFill>
                <a:schemeClr val="accent1"/>
              </a:solidFill>
            </a:endParaRPr>
          </a:p>
          <a:p>
            <a:pPr marL="0" indent="0">
              <a:buNone/>
            </a:pPr>
            <a:r>
              <a:rPr lang="fr-FR" sz="1200" b="1" dirty="0">
                <a:solidFill>
                  <a:schemeClr val="accent1"/>
                </a:solidFill>
              </a:rPr>
              <a:t>Points à retenir </a:t>
            </a:r>
            <a:r>
              <a:rPr lang="fr-FR" sz="1200" dirty="0">
                <a:solidFill>
                  <a:schemeClr val="accent1"/>
                </a:solidFill>
              </a:rPr>
              <a:t>: </a:t>
            </a:r>
          </a:p>
          <a:p>
            <a:r>
              <a:rPr lang="fr-FR" sz="1200" dirty="0">
                <a:solidFill>
                  <a:schemeClr val="accent1"/>
                </a:solidFill>
              </a:rPr>
              <a:t>le SNI (Server Name Indication) : le client annonce le nom demandé dans le </a:t>
            </a:r>
            <a:r>
              <a:rPr lang="fr-FR" sz="1200" dirty="0" err="1">
                <a:solidFill>
                  <a:schemeClr val="accent1"/>
                </a:solidFill>
              </a:rPr>
              <a:t>ClientHello</a:t>
            </a:r>
            <a:r>
              <a:rPr lang="fr-FR" sz="1200" dirty="0">
                <a:solidFill>
                  <a:schemeClr val="accent1"/>
                </a:solidFill>
              </a:rPr>
              <a:t> → un serveur peut présenter le bon certificat parmi plusieurs (même principe que Host: , mais au niveau TLS) ; </a:t>
            </a:r>
          </a:p>
          <a:p>
            <a:r>
              <a:rPr lang="fr-FR" sz="1200" dirty="0">
                <a:solidFill>
                  <a:schemeClr val="accent1"/>
                </a:solidFill>
              </a:rPr>
              <a:t>les clés de session sont éphémères : compromis aujourd'hui ne déchiffre pas hier (</a:t>
            </a:r>
            <a:r>
              <a:rPr lang="fr-FR" sz="1200" dirty="0" err="1">
                <a:solidFill>
                  <a:schemeClr val="accent1"/>
                </a:solidFill>
              </a:rPr>
              <a:t>forward</a:t>
            </a:r>
            <a:r>
              <a:rPr lang="fr-FR" sz="1200" dirty="0">
                <a:solidFill>
                  <a:schemeClr val="accent1"/>
                </a:solidFill>
              </a:rPr>
              <a:t> </a:t>
            </a:r>
            <a:r>
              <a:rPr lang="fr-FR" sz="1200" dirty="0" err="1">
                <a:solidFill>
                  <a:schemeClr val="accent1"/>
                </a:solidFill>
              </a:rPr>
              <a:t>secrecy</a:t>
            </a:r>
            <a:r>
              <a:rPr lang="fr-FR" sz="1200" dirty="0">
                <a:solidFill>
                  <a:schemeClr val="accent1"/>
                </a:solidFill>
              </a:rPr>
              <a:t>) ; </a:t>
            </a:r>
          </a:p>
          <a:p>
            <a:r>
              <a:rPr lang="fr-FR" sz="1200" dirty="0">
                <a:solidFill>
                  <a:schemeClr val="accent1"/>
                </a:solidFill>
              </a:rPr>
              <a:t>tout HTTP passe après : un load balancer L4 ne voit donc rien du contenu, un L7 doit terminer le TLS pour lire les requêtes</a:t>
            </a:r>
            <a:endParaRPr lang="fr-FR" sz="1200" b="1" dirty="0">
              <a:solidFill>
                <a:schemeClr val="accent1"/>
              </a:solidFill>
            </a:endParaRPr>
          </a:p>
          <a:p>
            <a:pPr marL="0" indent="0">
              <a:buNone/>
            </a:pPr>
            <a:r>
              <a:rPr lang="fr-FR" sz="1200" b="1" dirty="0" err="1">
                <a:solidFill>
                  <a:schemeClr val="accent1"/>
                </a:solidFill>
              </a:rPr>
              <a:t>Let's</a:t>
            </a:r>
            <a:r>
              <a:rPr lang="fr-FR" sz="1200" b="1" dirty="0">
                <a:solidFill>
                  <a:schemeClr val="accent1"/>
                </a:solidFill>
              </a:rPr>
              <a:t> </a:t>
            </a:r>
            <a:r>
              <a:rPr lang="fr-FR" sz="1200" b="1" dirty="0" err="1">
                <a:solidFill>
                  <a:schemeClr val="accent1"/>
                </a:solidFill>
              </a:rPr>
              <a:t>Encrypt</a:t>
            </a:r>
            <a:r>
              <a:rPr lang="fr-FR" sz="1200" b="1" dirty="0">
                <a:solidFill>
                  <a:schemeClr val="accent1"/>
                </a:solidFill>
              </a:rPr>
              <a:t> : des certificats gratuits et automatisés</a:t>
            </a:r>
          </a:p>
          <a:p>
            <a:r>
              <a:rPr lang="fr-FR" sz="1200" dirty="0" err="1">
                <a:solidFill>
                  <a:schemeClr val="accent1"/>
                </a:solidFill>
              </a:rPr>
              <a:t>Let's</a:t>
            </a:r>
            <a:r>
              <a:rPr lang="fr-FR" sz="1200" dirty="0">
                <a:solidFill>
                  <a:schemeClr val="accent1"/>
                </a:solidFill>
              </a:rPr>
              <a:t> </a:t>
            </a:r>
            <a:r>
              <a:rPr lang="fr-FR" sz="1200" dirty="0" err="1">
                <a:solidFill>
                  <a:schemeClr val="accent1"/>
                </a:solidFill>
              </a:rPr>
              <a:t>Encrypt</a:t>
            </a:r>
            <a:r>
              <a:rPr lang="fr-FR" sz="1200" dirty="0">
                <a:solidFill>
                  <a:schemeClr val="accent1"/>
                </a:solidFill>
              </a:rPr>
              <a:t> est une CA gratuite qui a banalisé HTTPS : </a:t>
            </a:r>
          </a:p>
          <a:p>
            <a:r>
              <a:rPr lang="fr-FR" sz="1200" dirty="0">
                <a:solidFill>
                  <a:schemeClr val="accent1"/>
                </a:solidFill>
              </a:rPr>
              <a:t>certificats de 90 jours, renouvelés automatiquement ; </a:t>
            </a:r>
          </a:p>
          <a:p>
            <a:r>
              <a:rPr lang="fr-FR" sz="1200" dirty="0">
                <a:solidFill>
                  <a:schemeClr val="accent1"/>
                </a:solidFill>
              </a:rPr>
              <a:t>protocole ACME : la preuve de contrôle du domaine est automatisée — défi HTTP-01 (déposer un fichier sur le serveur web) ou DNS-01 (créer un enregistrement TXT — tiens, le TXT d'hier) ; </a:t>
            </a:r>
          </a:p>
          <a:p>
            <a:r>
              <a:rPr lang="fr-FR" sz="1200" dirty="0">
                <a:solidFill>
                  <a:schemeClr val="accent1"/>
                </a:solidFill>
              </a:rPr>
              <a:t>client type : </a:t>
            </a:r>
            <a:r>
              <a:rPr lang="fr-FR" sz="1200" dirty="0" err="1">
                <a:solidFill>
                  <a:schemeClr val="accent1"/>
                </a:solidFill>
              </a:rPr>
              <a:t>certbot</a:t>
            </a:r>
            <a:r>
              <a:rPr lang="fr-FR" sz="1200" dirty="0">
                <a:solidFill>
                  <a:schemeClr val="accent1"/>
                </a:solidFill>
              </a:rPr>
              <a:t> (vous l'utiliserez avec </a:t>
            </a:r>
            <a:r>
              <a:rPr lang="fr-FR" sz="1200" dirty="0" err="1">
                <a:solidFill>
                  <a:schemeClr val="accent1"/>
                </a:solidFill>
              </a:rPr>
              <a:t>nginx</a:t>
            </a:r>
            <a:r>
              <a:rPr lang="fr-FR" sz="1200" dirty="0">
                <a:solidFill>
                  <a:schemeClr val="accent1"/>
                </a:solidFill>
              </a:rPr>
              <a:t>).</a:t>
            </a:r>
          </a:p>
          <a:p>
            <a:pPr marL="0" indent="0">
              <a:buNone/>
            </a:pPr>
            <a:endParaRPr lang="fr-FR" sz="1200" b="1" dirty="0">
              <a:solidFill>
                <a:schemeClr val="accent1"/>
              </a:solidFill>
            </a:endParaRPr>
          </a:p>
        </p:txBody>
      </p:sp>
      <p:pic>
        <p:nvPicPr>
          <p:cNvPr id="15" name="Image 14">
            <a:extLst>
              <a:ext uri="{FF2B5EF4-FFF2-40B4-BE49-F238E27FC236}">
                <a16:creationId xmlns:a16="http://schemas.microsoft.com/office/drawing/2014/main" id="{4AC48E29-B7A8-4274-C1AF-6143BC79D7CF}"/>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bright="-20000" contrast="40000"/>
                    </a14:imgEffect>
                  </a14:imgLayer>
                </a14:imgProps>
              </a:ext>
            </a:extLst>
          </a:blip>
          <a:stretch>
            <a:fillRect/>
          </a:stretch>
        </p:blipFill>
        <p:spPr>
          <a:xfrm>
            <a:off x="180109" y="970178"/>
            <a:ext cx="4315692" cy="1425487"/>
          </a:xfrm>
          <a:prstGeom prst="rect">
            <a:avLst/>
          </a:prstGeom>
        </p:spPr>
      </p:pic>
      <p:pic>
        <p:nvPicPr>
          <p:cNvPr id="19" name="Image 18">
            <a:extLst>
              <a:ext uri="{FF2B5EF4-FFF2-40B4-BE49-F238E27FC236}">
                <a16:creationId xmlns:a16="http://schemas.microsoft.com/office/drawing/2014/main" id="{16CEEC90-1429-3D0A-EF34-E3011A3B571E}"/>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297872" y="5516295"/>
            <a:ext cx="4677428" cy="371527"/>
          </a:xfrm>
          <a:prstGeom prst="rect">
            <a:avLst/>
          </a:prstGeom>
        </p:spPr>
      </p:pic>
      <p:sp>
        <p:nvSpPr>
          <p:cNvPr id="23" name="ZoneTexte 22">
            <a:extLst>
              <a:ext uri="{FF2B5EF4-FFF2-40B4-BE49-F238E27FC236}">
                <a16:creationId xmlns:a16="http://schemas.microsoft.com/office/drawing/2014/main" id="{975482D5-0CC1-EC76-DAA9-7296D8E1E018}"/>
              </a:ext>
            </a:extLst>
          </p:cNvPr>
          <p:cNvSpPr txBox="1"/>
          <p:nvPr/>
        </p:nvSpPr>
        <p:spPr>
          <a:xfrm>
            <a:off x="180108" y="5919930"/>
            <a:ext cx="11596255" cy="461665"/>
          </a:xfrm>
          <a:prstGeom prst="rect">
            <a:avLst/>
          </a:prstGeom>
          <a:noFill/>
        </p:spPr>
        <p:txBody>
          <a:bodyPr wrap="square">
            <a:spAutoFit/>
          </a:bodyPr>
          <a:lstStyle/>
          <a:p>
            <a:r>
              <a:rPr lang="fr-FR" sz="1200" dirty="0">
                <a:solidFill>
                  <a:schemeClr val="accent1"/>
                </a:solidFill>
              </a:rPr>
              <a:t>Anticipation cloud : chez AWS, ACM joue ce rôle (certificats gratuits, renouvelés seuls, validés par DNS via Route 53) pour vos ALB et </a:t>
            </a:r>
            <a:r>
              <a:rPr lang="fr-FR" sz="1200" dirty="0" err="1">
                <a:solidFill>
                  <a:schemeClr val="accent1"/>
                </a:solidFill>
              </a:rPr>
              <a:t>CloudFront</a:t>
            </a:r>
            <a:r>
              <a:rPr lang="fr-FR" sz="1200" dirty="0">
                <a:solidFill>
                  <a:schemeClr val="accent1"/>
                </a:solidFill>
              </a:rPr>
              <a:t> — CL-AWS1 J7. La logique ACME/validation est la même.</a:t>
            </a:r>
          </a:p>
        </p:txBody>
      </p:sp>
    </p:spTree>
    <p:extLst>
      <p:ext uri="{BB962C8B-B14F-4D97-AF65-F5344CB8AC3E}">
        <p14:creationId xmlns:p14="http://schemas.microsoft.com/office/powerpoint/2010/main" val="14039964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95DF9-BD09-A71F-E478-0DCB5974041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9B27C7C-FA7C-0954-B023-AD163AFF6FE3}"/>
              </a:ext>
            </a:extLst>
          </p:cNvPr>
          <p:cNvSpPr>
            <a:spLocks noGrp="1"/>
          </p:cNvSpPr>
          <p:nvPr>
            <p:ph type="title"/>
          </p:nvPr>
        </p:nvSpPr>
        <p:spPr>
          <a:xfrm>
            <a:off x="180109" y="136525"/>
            <a:ext cx="11714019" cy="493857"/>
          </a:xfrm>
          <a:ln>
            <a:solidFill>
              <a:schemeClr val="accent1"/>
            </a:solidFill>
          </a:ln>
        </p:spPr>
        <p:txBody>
          <a:bodyPr>
            <a:normAutofit/>
          </a:bodyPr>
          <a:lstStyle/>
          <a:p>
            <a:r>
              <a:rPr lang="fr-FR" sz="1200" b="1" dirty="0">
                <a:solidFill>
                  <a:schemeClr val="accent1"/>
                </a:solidFill>
              </a:rPr>
              <a:t>La répartition de charge Un service, plusieurs serveurs </a:t>
            </a:r>
          </a:p>
        </p:txBody>
      </p:sp>
      <p:sp>
        <p:nvSpPr>
          <p:cNvPr id="4" name="Espace réservé du numéro de diapositive 3">
            <a:extLst>
              <a:ext uri="{FF2B5EF4-FFF2-40B4-BE49-F238E27FC236}">
                <a16:creationId xmlns:a16="http://schemas.microsoft.com/office/drawing/2014/main" id="{6BFB9CF3-47EC-6878-BA0B-1EB5FCFDA92C}"/>
              </a:ext>
            </a:extLst>
          </p:cNvPr>
          <p:cNvSpPr>
            <a:spLocks noGrp="1"/>
          </p:cNvSpPr>
          <p:nvPr>
            <p:ph type="sldNum" sz="quarter" idx="12"/>
          </p:nvPr>
        </p:nvSpPr>
        <p:spPr/>
        <p:txBody>
          <a:bodyPr/>
          <a:lstStyle/>
          <a:p>
            <a:fld id="{A1788E4B-14DA-4295-B966-6520CEF7CCFD}" type="slidenum">
              <a:rPr lang="fr-FR" smtClean="0"/>
              <a:t>30</a:t>
            </a:fld>
            <a:endParaRPr lang="fr-FR"/>
          </a:p>
        </p:txBody>
      </p:sp>
      <p:sp>
        <p:nvSpPr>
          <p:cNvPr id="13" name="Espace réservé du contenu 12">
            <a:extLst>
              <a:ext uri="{FF2B5EF4-FFF2-40B4-BE49-F238E27FC236}">
                <a16:creationId xmlns:a16="http://schemas.microsoft.com/office/drawing/2014/main" id="{996F5ABD-6347-302F-0A35-FD00D6AB5642}"/>
              </a:ext>
            </a:extLst>
          </p:cNvPr>
          <p:cNvSpPr>
            <a:spLocks noGrp="1"/>
          </p:cNvSpPr>
          <p:nvPr>
            <p:ph sz="half" idx="2"/>
          </p:nvPr>
        </p:nvSpPr>
        <p:spPr>
          <a:xfrm>
            <a:off x="180109" y="762000"/>
            <a:ext cx="11714019" cy="5763491"/>
          </a:xfrm>
        </p:spPr>
        <p:txBody>
          <a:bodyPr>
            <a:normAutofit/>
          </a:bodyPr>
          <a:lstStyle/>
          <a:p>
            <a:pPr marL="0" indent="0">
              <a:buNone/>
            </a:pPr>
            <a:endParaRPr lang="fr-FR" sz="1200" b="1" dirty="0">
              <a:solidFill>
                <a:schemeClr val="accent1"/>
              </a:solidFill>
            </a:endParaRPr>
          </a:p>
        </p:txBody>
      </p:sp>
    </p:spTree>
    <p:extLst>
      <p:ext uri="{BB962C8B-B14F-4D97-AF65-F5344CB8AC3E}">
        <p14:creationId xmlns:p14="http://schemas.microsoft.com/office/powerpoint/2010/main" val="38404043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B6773992-E191-C2E6-C9F6-FB81128033FC}"/>
              </a:ext>
            </a:extLst>
          </p:cNvPr>
          <p:cNvSpPr txBox="1">
            <a:spLocks/>
          </p:cNvSpPr>
          <p:nvPr/>
        </p:nvSpPr>
        <p:spPr>
          <a:xfrm>
            <a:off x="161431" y="114674"/>
            <a:ext cx="6983648" cy="681477"/>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r>
              <a:rPr lang="fr-FR" sz="1800" dirty="0"/>
              <a:t>LE VLAN</a:t>
            </a:r>
            <a:endParaRPr lang="fr-FR" sz="1200" dirty="0"/>
          </a:p>
        </p:txBody>
      </p:sp>
      <p:pic>
        <p:nvPicPr>
          <p:cNvPr id="2" name="Image 1">
            <a:extLst>
              <a:ext uri="{FF2B5EF4-FFF2-40B4-BE49-F238E27FC236}">
                <a16:creationId xmlns:a16="http://schemas.microsoft.com/office/drawing/2014/main" id="{39E47D69-B8CF-EB4F-5794-14EE91C238AB}"/>
              </a:ext>
            </a:extLst>
          </p:cNvPr>
          <p:cNvPicPr>
            <a:picLocks noChangeAspect="1"/>
          </p:cNvPicPr>
          <p:nvPr/>
        </p:nvPicPr>
        <p:blipFill>
          <a:blip r:embed="rId2"/>
          <a:stretch>
            <a:fillRect/>
          </a:stretch>
        </p:blipFill>
        <p:spPr>
          <a:xfrm>
            <a:off x="4086330" y="841701"/>
            <a:ext cx="3727996" cy="2474458"/>
          </a:xfrm>
          <a:prstGeom prst="rect">
            <a:avLst/>
          </a:prstGeom>
        </p:spPr>
      </p:pic>
      <p:sp>
        <p:nvSpPr>
          <p:cNvPr id="6" name="ZoneTexte 5">
            <a:extLst>
              <a:ext uri="{FF2B5EF4-FFF2-40B4-BE49-F238E27FC236}">
                <a16:creationId xmlns:a16="http://schemas.microsoft.com/office/drawing/2014/main" id="{3B6F0AFA-F8C8-2AB4-313F-9670231AF50B}"/>
              </a:ext>
            </a:extLst>
          </p:cNvPr>
          <p:cNvSpPr txBox="1"/>
          <p:nvPr/>
        </p:nvSpPr>
        <p:spPr>
          <a:xfrm>
            <a:off x="819424" y="3361709"/>
            <a:ext cx="10844499" cy="1446550"/>
          </a:xfrm>
          <a:prstGeom prst="rect">
            <a:avLst/>
          </a:prstGeom>
          <a:noFill/>
          <a:ln>
            <a:solidFill>
              <a:schemeClr val="tx1">
                <a:lumMod val="50000"/>
                <a:lumOff val="50000"/>
              </a:schemeClr>
            </a:solidFill>
          </a:ln>
        </p:spPr>
        <p:txBody>
          <a:bodyPr wrap="square">
            <a:spAutoFit/>
          </a:bodyPr>
          <a:lstStyle/>
          <a:p>
            <a:r>
              <a:rPr lang="fr-FR" sz="1100" b="1" dirty="0"/>
              <a:t>Qu’est-ce qu’un VLAN ?</a:t>
            </a:r>
          </a:p>
          <a:p>
            <a:r>
              <a:rPr lang="fr-FR" sz="1100" b="1" dirty="0">
                <a:solidFill>
                  <a:schemeClr val="accent1"/>
                </a:solidFill>
              </a:rPr>
              <a:t>Un Virtual Local Area Network (VLAN) </a:t>
            </a:r>
            <a:r>
              <a:rPr lang="fr-FR" sz="1100" b="1" dirty="0"/>
              <a:t>est un sous-réseau logique créé à l’intérieur d’un réseau physique.</a:t>
            </a:r>
          </a:p>
          <a:p>
            <a:r>
              <a:rPr lang="fr-FR" sz="1100" dirty="0"/>
              <a:t>Contrairement à un réseau local traditionnel où tous les appareils sont sur le même segment de réseau</a:t>
            </a:r>
            <a:r>
              <a:rPr lang="fr-FR" sz="1100" dirty="0">
                <a:solidFill>
                  <a:schemeClr val="accent1"/>
                </a:solidFill>
              </a:rPr>
              <a:t>, </a:t>
            </a:r>
            <a:r>
              <a:rPr lang="fr-FR" sz="1100" b="1" dirty="0">
                <a:solidFill>
                  <a:schemeClr val="accent1"/>
                </a:solidFill>
              </a:rPr>
              <a:t>un VLAN permet de regrouper des appareils en fonction de critères comme la fonction, le département ou la sécurité</a:t>
            </a:r>
            <a:r>
              <a:rPr lang="fr-FR" sz="1100" dirty="0">
                <a:solidFill>
                  <a:schemeClr val="accent1"/>
                </a:solidFill>
              </a:rPr>
              <a:t>. </a:t>
            </a:r>
            <a:r>
              <a:rPr lang="fr-FR" sz="1100" b="1" dirty="0">
                <a:solidFill>
                  <a:schemeClr val="accent1"/>
                </a:solidFill>
              </a:rPr>
              <a:t>Chaque VLAN est indépendant des autres. </a:t>
            </a:r>
            <a:r>
              <a:rPr lang="fr-FR" sz="1100" dirty="0"/>
              <a:t>Ceci permet de les configurer ou de les gérer de manière séparée.</a:t>
            </a:r>
          </a:p>
          <a:p>
            <a:r>
              <a:rPr lang="fr-FR" sz="1100" b="1" dirty="0">
                <a:solidFill>
                  <a:schemeClr val="accent1"/>
                </a:solidFill>
              </a:rPr>
              <a:t>Leur fonctionnement repose sur l’étiquetage des trames Ethernet avec du protocole IEEE 802.1Q.</a:t>
            </a:r>
          </a:p>
          <a:p>
            <a:r>
              <a:rPr lang="fr-FR" sz="1100" dirty="0"/>
              <a:t>Chaque trame est marquée avec une étiquette spécifique qui indique à quel VLAN elle appartient</a:t>
            </a:r>
            <a:r>
              <a:rPr lang="fr-FR" sz="1100" b="1" dirty="0">
                <a:solidFill>
                  <a:schemeClr val="accent1"/>
                </a:solidFill>
              </a:rPr>
              <a:t>. Les commutateurs réseau utilisent ces étiquettes, afin d’acheminer les trames uniquement vers les ports appropriés.</a:t>
            </a:r>
          </a:p>
          <a:p>
            <a:r>
              <a:rPr lang="fr-FR" sz="1100" b="1" dirty="0">
                <a:solidFill>
                  <a:schemeClr val="accent1"/>
                </a:solidFill>
              </a:rPr>
              <a:t>Ceci garantit que seuls les appareils du même VLAN puissent communiquer entre eux</a:t>
            </a:r>
            <a:r>
              <a:rPr lang="fr-FR" sz="1100" dirty="0"/>
              <a:t>. Il s’agit d’une méthode efficace d’isolation logique des groupes d’appareils au sein du réseau.</a:t>
            </a:r>
          </a:p>
        </p:txBody>
      </p:sp>
      <p:pic>
        <p:nvPicPr>
          <p:cNvPr id="17" name="Graphique 16" descr="Mégaphone1 contour">
            <a:extLst>
              <a:ext uri="{FF2B5EF4-FFF2-40B4-BE49-F238E27FC236}">
                <a16:creationId xmlns:a16="http://schemas.microsoft.com/office/drawing/2014/main" id="{9E935414-5E7B-7673-871B-47C56A4F16F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5489" y="3156297"/>
            <a:ext cx="347870" cy="347870"/>
          </a:xfrm>
          <a:prstGeom prst="rect">
            <a:avLst/>
          </a:prstGeom>
        </p:spPr>
      </p:pic>
      <p:sp>
        <p:nvSpPr>
          <p:cNvPr id="24" name="ZoneTexte 23">
            <a:extLst>
              <a:ext uri="{FF2B5EF4-FFF2-40B4-BE49-F238E27FC236}">
                <a16:creationId xmlns:a16="http://schemas.microsoft.com/office/drawing/2014/main" id="{554E99C2-95F0-3B89-8D39-85C5A412BF95}"/>
              </a:ext>
            </a:extLst>
          </p:cNvPr>
          <p:cNvSpPr txBox="1"/>
          <p:nvPr/>
        </p:nvSpPr>
        <p:spPr>
          <a:xfrm>
            <a:off x="5164535" y="5110833"/>
            <a:ext cx="6866034" cy="1631216"/>
          </a:xfrm>
          <a:prstGeom prst="rect">
            <a:avLst/>
          </a:prstGeom>
          <a:noFill/>
          <a:ln>
            <a:solidFill>
              <a:schemeClr val="accent6"/>
            </a:solidFill>
          </a:ln>
        </p:spPr>
        <p:txBody>
          <a:bodyPr wrap="square">
            <a:spAutoFit/>
          </a:bodyPr>
          <a:lstStyle/>
          <a:p>
            <a:pPr marL="171450" indent="-171450">
              <a:buFont typeface="Courier New" panose="02070309020205020404" pitchFamily="49" charset="0"/>
              <a:buChar char="o"/>
            </a:pPr>
            <a:r>
              <a:rPr lang="fr-FR" sz="1000" b="1" dirty="0">
                <a:solidFill>
                  <a:schemeClr val="accent6">
                    <a:lumMod val="75000"/>
                  </a:schemeClr>
                </a:solidFill>
                <a:latin typeface="Rubik"/>
              </a:rPr>
              <a:t>L</a:t>
            </a:r>
            <a:r>
              <a:rPr lang="fr-FR" sz="1000" b="1" i="0" dirty="0">
                <a:solidFill>
                  <a:schemeClr val="accent6">
                    <a:lumMod val="75000"/>
                  </a:schemeClr>
                </a:solidFill>
                <a:effectLst/>
                <a:latin typeface="Rubik"/>
              </a:rPr>
              <a:t>a sécurité renforcée offerte par cette technologie: </a:t>
            </a:r>
          </a:p>
          <a:p>
            <a:r>
              <a:rPr lang="fr-FR" sz="1000" b="0" i="0" dirty="0">
                <a:solidFill>
                  <a:srgbClr val="000000"/>
                </a:solidFill>
                <a:effectLst/>
                <a:latin typeface="Rubik"/>
              </a:rPr>
              <a:t>L’isolation des données sensibles dans des réseaux virtuels distincts empêche en effet les utilisateurs non autorisés d’y accéder.</a:t>
            </a:r>
          </a:p>
          <a:p>
            <a:pPr marL="171450" indent="-171450">
              <a:buFont typeface="Courier New" panose="02070309020205020404" pitchFamily="49" charset="0"/>
              <a:buChar char="o"/>
            </a:pPr>
            <a:r>
              <a:rPr lang="fr-FR" sz="1000" b="1" dirty="0">
                <a:solidFill>
                  <a:schemeClr val="accent6">
                    <a:lumMod val="75000"/>
                  </a:schemeClr>
                </a:solidFill>
                <a:latin typeface="Rubik"/>
              </a:rPr>
              <a:t>U</a:t>
            </a:r>
            <a:r>
              <a:rPr lang="fr-FR" sz="1000" b="1" i="0" dirty="0">
                <a:solidFill>
                  <a:schemeClr val="accent6">
                    <a:lumMod val="75000"/>
                  </a:schemeClr>
                </a:solidFill>
                <a:effectLst/>
                <a:latin typeface="Rubik"/>
              </a:rPr>
              <a:t>ne gestion plus efficace du trafic réseau</a:t>
            </a:r>
            <a:r>
              <a:rPr lang="fr-FR" sz="1000" b="0" i="0" dirty="0">
                <a:solidFill>
                  <a:srgbClr val="000000"/>
                </a:solidFill>
                <a:effectLst/>
                <a:latin typeface="Rubik"/>
              </a:rPr>
              <a:t>. </a:t>
            </a:r>
          </a:p>
          <a:p>
            <a:r>
              <a:rPr lang="fr-FR" sz="1000" b="0" i="0" dirty="0">
                <a:solidFill>
                  <a:srgbClr val="000000"/>
                </a:solidFill>
                <a:effectLst/>
                <a:latin typeface="Rubik"/>
              </a:rPr>
              <a:t>Les appareils peuvent être regroupés selon leur fonction ou leurs besoins de bande passante, ce qui aide à réduire la congestion du réseau.</a:t>
            </a:r>
            <a:endParaRPr lang="fr-FR" sz="1000" dirty="0">
              <a:solidFill>
                <a:srgbClr val="000000"/>
              </a:solidFill>
              <a:latin typeface="Rubik"/>
            </a:endParaRPr>
          </a:p>
          <a:p>
            <a:pPr marL="171450" indent="-171450" algn="l">
              <a:buFont typeface="Courier New" panose="02070309020205020404" pitchFamily="49" charset="0"/>
              <a:buChar char="o"/>
            </a:pPr>
            <a:r>
              <a:rPr lang="fr-FR" sz="1000" dirty="0">
                <a:solidFill>
                  <a:srgbClr val="000000"/>
                </a:solidFill>
                <a:latin typeface="Rubik"/>
              </a:rPr>
              <a:t>La mise</a:t>
            </a:r>
            <a:r>
              <a:rPr lang="fr-FR" sz="1000" b="0" i="0" dirty="0">
                <a:solidFill>
                  <a:srgbClr val="000000"/>
                </a:solidFill>
                <a:effectLst/>
                <a:latin typeface="Rubik"/>
              </a:rPr>
              <a:t> en place </a:t>
            </a:r>
            <a:r>
              <a:rPr lang="fr-FR" sz="1000" b="0" i="0" dirty="0">
                <a:solidFill>
                  <a:schemeClr val="accent6">
                    <a:lumMod val="75000"/>
                  </a:schemeClr>
                </a:solidFill>
                <a:effectLst/>
                <a:latin typeface="Rubik"/>
              </a:rPr>
              <a:t>des </a:t>
            </a:r>
            <a:r>
              <a:rPr lang="fr-FR" sz="1000" b="1" i="0" dirty="0">
                <a:solidFill>
                  <a:schemeClr val="accent6">
                    <a:lumMod val="75000"/>
                  </a:schemeClr>
                </a:solidFill>
                <a:effectLst/>
                <a:latin typeface="Rubik"/>
              </a:rPr>
              <a:t>politiques de priorisation du trafic</a:t>
            </a:r>
            <a:r>
              <a:rPr lang="fr-FR" sz="1000" b="0" i="0" dirty="0">
                <a:solidFill>
                  <a:schemeClr val="accent6">
                    <a:lumMod val="75000"/>
                  </a:schemeClr>
                </a:solidFill>
                <a:effectLst/>
                <a:latin typeface="Rubik"/>
              </a:rPr>
              <a:t> </a:t>
            </a:r>
            <a:r>
              <a:rPr lang="fr-FR" sz="1000" b="0" i="0" dirty="0">
                <a:solidFill>
                  <a:srgbClr val="000000"/>
                </a:solidFill>
                <a:effectLst/>
                <a:latin typeface="Rubik"/>
              </a:rPr>
              <a:t>pour garantir que certaines applications ou services bénéficient d’une bande passante plus élevée en cas de besoin.</a:t>
            </a:r>
          </a:p>
          <a:p>
            <a:pPr marL="171450" indent="-171450" algn="l">
              <a:buFont typeface="Courier New" panose="02070309020205020404" pitchFamily="49" charset="0"/>
              <a:buChar char="o"/>
            </a:pPr>
            <a:r>
              <a:rPr lang="fr-FR" sz="1000" b="1" dirty="0">
                <a:solidFill>
                  <a:schemeClr val="accent6">
                    <a:lumMod val="75000"/>
                  </a:schemeClr>
                </a:solidFill>
                <a:latin typeface="Rubik"/>
              </a:rPr>
              <a:t>U</a:t>
            </a:r>
            <a:r>
              <a:rPr lang="fr-FR" sz="1000" b="1" i="0" dirty="0">
                <a:solidFill>
                  <a:schemeClr val="accent6">
                    <a:lumMod val="75000"/>
                  </a:schemeClr>
                </a:solidFill>
                <a:effectLst/>
                <a:latin typeface="Rubik"/>
              </a:rPr>
              <a:t>ne grande évolutivité dans la gestion des réseaux</a:t>
            </a:r>
            <a:r>
              <a:rPr lang="fr-FR" sz="1000" b="0" i="0" dirty="0">
                <a:solidFill>
                  <a:srgbClr val="000000"/>
                </a:solidFill>
                <a:effectLst/>
                <a:latin typeface="Rubik"/>
              </a:rPr>
              <a:t>.</a:t>
            </a:r>
          </a:p>
          <a:p>
            <a:pPr algn="l"/>
            <a:r>
              <a:rPr lang="fr-FR" sz="1000" b="0" i="0" dirty="0">
                <a:solidFill>
                  <a:srgbClr val="000000"/>
                </a:solidFill>
                <a:effectLst/>
                <a:latin typeface="Rubik"/>
              </a:rPr>
              <a:t>Des appareils peuvent être ajoutés ou déplacés au sein d’un VLAN existant sans avoir besoin de configurer tout le réseau physique</a:t>
            </a:r>
          </a:p>
        </p:txBody>
      </p:sp>
      <p:sp>
        <p:nvSpPr>
          <p:cNvPr id="26" name="Rectangle 25">
            <a:extLst>
              <a:ext uri="{FF2B5EF4-FFF2-40B4-BE49-F238E27FC236}">
                <a16:creationId xmlns:a16="http://schemas.microsoft.com/office/drawing/2014/main" id="{54E0C1FB-20A6-6BD8-D0F9-06CEBFF842EC}"/>
              </a:ext>
            </a:extLst>
          </p:cNvPr>
          <p:cNvSpPr/>
          <p:nvPr/>
        </p:nvSpPr>
        <p:spPr>
          <a:xfrm>
            <a:off x="133169" y="4882866"/>
            <a:ext cx="1024639" cy="261610"/>
          </a:xfrm>
          <a:prstGeom prst="rect">
            <a:avLst/>
          </a:prstGeom>
          <a:noFill/>
        </p:spPr>
        <p:txBody>
          <a:bodyPr wrap="none" lIns="91440" tIns="45720" rIns="91440" bIns="45720">
            <a:spAutoFit/>
          </a:bodyPr>
          <a:lstStyle/>
          <a:p>
            <a:pPr algn="ctr"/>
            <a:r>
              <a:rPr lang="fr-FR" sz="1100" b="0" i="1" u="sng" cap="none" spc="0" dirty="0">
                <a:ln w="0"/>
                <a:solidFill>
                  <a:schemeClr val="accent1"/>
                </a:solidFill>
                <a:effectLst>
                  <a:reflection blurRad="6350" stA="53000" endA="300" endPos="35500" dir="5400000" sy="-90000" algn="bl" rotWithShape="0"/>
                </a:effectLst>
              </a:rPr>
              <a:t>A quoi ça sert?</a:t>
            </a:r>
          </a:p>
        </p:txBody>
      </p:sp>
      <p:sp>
        <p:nvSpPr>
          <p:cNvPr id="28" name="ZoneTexte 27">
            <a:extLst>
              <a:ext uri="{FF2B5EF4-FFF2-40B4-BE49-F238E27FC236}">
                <a16:creationId xmlns:a16="http://schemas.microsoft.com/office/drawing/2014/main" id="{6CD39F21-0CC1-7BCA-4C1B-126FC98076F3}"/>
              </a:ext>
            </a:extLst>
          </p:cNvPr>
          <p:cNvSpPr txBox="1"/>
          <p:nvPr/>
        </p:nvSpPr>
        <p:spPr>
          <a:xfrm>
            <a:off x="161431" y="5139738"/>
            <a:ext cx="4398969" cy="1277273"/>
          </a:xfrm>
          <a:prstGeom prst="rect">
            <a:avLst/>
          </a:prstGeom>
          <a:noFill/>
          <a:ln>
            <a:solidFill>
              <a:schemeClr val="accent1"/>
            </a:solidFill>
          </a:ln>
        </p:spPr>
        <p:txBody>
          <a:bodyPr wrap="square">
            <a:spAutoFit/>
          </a:bodyPr>
          <a:lstStyle/>
          <a:p>
            <a:pPr marL="285750" indent="-285750">
              <a:buFont typeface="Courier New" panose="02070309020205020404" pitchFamily="49" charset="0"/>
              <a:buChar char="o"/>
            </a:pPr>
            <a:r>
              <a:rPr lang="fr-FR" sz="1100" b="1" dirty="0">
                <a:solidFill>
                  <a:schemeClr val="accent1"/>
                </a:solidFill>
              </a:rPr>
              <a:t>Segmenter le réseau par département ou par équipe</a:t>
            </a:r>
            <a:r>
              <a:rPr lang="fr-FR" sz="1100" dirty="0"/>
              <a:t>.</a:t>
            </a:r>
          </a:p>
          <a:p>
            <a:r>
              <a:rPr lang="fr-FR" sz="1100" dirty="0"/>
              <a:t>         L’objectif est de faciliter la gestion et la sécurité des données.</a:t>
            </a:r>
          </a:p>
          <a:p>
            <a:pPr marL="285750" indent="-285750">
              <a:buFont typeface="Courier New" panose="02070309020205020404" pitchFamily="49" charset="0"/>
              <a:buChar char="o"/>
            </a:pPr>
            <a:r>
              <a:rPr lang="fr-FR" sz="1100" b="1" dirty="0">
                <a:solidFill>
                  <a:schemeClr val="accent1"/>
                </a:solidFill>
              </a:rPr>
              <a:t>Les invités et visiteurs peuvent être isolés du réseau principal </a:t>
            </a:r>
            <a:r>
              <a:rPr lang="fr-FR" sz="1100" dirty="0"/>
              <a:t>pour maximiser la sécurité.</a:t>
            </a:r>
          </a:p>
          <a:p>
            <a:pPr marL="285750" indent="-285750">
              <a:buFont typeface="Courier New" panose="02070309020205020404" pitchFamily="49" charset="0"/>
              <a:buChar char="o"/>
            </a:pPr>
            <a:r>
              <a:rPr lang="fr-FR" sz="1100" b="1" dirty="0">
                <a:solidFill>
                  <a:schemeClr val="accent1"/>
                </a:solidFill>
              </a:rPr>
              <a:t>Réserver une bande passante dédiée aux appareils de divertissement</a:t>
            </a:r>
            <a:r>
              <a:rPr lang="fr-FR" sz="1100" dirty="0"/>
              <a:t>, afin d’optimiser le streaming multimédia via les plateformes comme Netflix ou Disney </a:t>
            </a:r>
          </a:p>
        </p:txBody>
      </p:sp>
      <p:sp>
        <p:nvSpPr>
          <p:cNvPr id="29" name="Rectangle 28">
            <a:extLst>
              <a:ext uri="{FF2B5EF4-FFF2-40B4-BE49-F238E27FC236}">
                <a16:creationId xmlns:a16="http://schemas.microsoft.com/office/drawing/2014/main" id="{9F3417C8-3023-0954-21FE-3C9329548A57}"/>
              </a:ext>
            </a:extLst>
          </p:cNvPr>
          <p:cNvSpPr/>
          <p:nvPr/>
        </p:nvSpPr>
        <p:spPr>
          <a:xfrm>
            <a:off x="5071770" y="4887816"/>
            <a:ext cx="785793" cy="261610"/>
          </a:xfrm>
          <a:prstGeom prst="rect">
            <a:avLst/>
          </a:prstGeom>
          <a:noFill/>
        </p:spPr>
        <p:txBody>
          <a:bodyPr wrap="none" lIns="91440" tIns="45720" rIns="91440" bIns="45720">
            <a:spAutoFit/>
          </a:bodyPr>
          <a:lstStyle/>
          <a:p>
            <a:pPr algn="ctr"/>
            <a:r>
              <a:rPr lang="fr-FR" sz="1100" b="0" i="1" u="sng" cap="none" spc="0" dirty="0">
                <a:ln w="0"/>
                <a:solidFill>
                  <a:schemeClr val="accent6"/>
                </a:solidFill>
                <a:effectLst>
                  <a:reflection blurRad="6350" stA="53000" endA="300" endPos="35500" dir="5400000" sy="-90000" algn="bl" rotWithShape="0"/>
                </a:effectLst>
              </a:rPr>
              <a:t>Avantages</a:t>
            </a:r>
          </a:p>
        </p:txBody>
      </p:sp>
      <p:sp>
        <p:nvSpPr>
          <p:cNvPr id="5" name="Espace réservé du numéro de diapositive 4">
            <a:extLst>
              <a:ext uri="{FF2B5EF4-FFF2-40B4-BE49-F238E27FC236}">
                <a16:creationId xmlns:a16="http://schemas.microsoft.com/office/drawing/2014/main" id="{05C5E1C5-B5A1-6F97-190D-A522D520306D}"/>
              </a:ext>
            </a:extLst>
          </p:cNvPr>
          <p:cNvSpPr>
            <a:spLocks noGrp="1"/>
          </p:cNvSpPr>
          <p:nvPr>
            <p:ph type="sldNum" sz="quarter" idx="12"/>
          </p:nvPr>
        </p:nvSpPr>
        <p:spPr/>
        <p:txBody>
          <a:bodyPr/>
          <a:lstStyle/>
          <a:p>
            <a:fld id="{A1788E4B-14DA-4295-B966-6520CEF7CCFD}" type="slidenum">
              <a:rPr lang="fr-FR" smtClean="0"/>
              <a:t>31</a:t>
            </a:fld>
            <a:endParaRPr lang="fr-FR"/>
          </a:p>
        </p:txBody>
      </p:sp>
    </p:spTree>
    <p:extLst>
      <p:ext uri="{BB962C8B-B14F-4D97-AF65-F5344CB8AC3E}">
        <p14:creationId xmlns:p14="http://schemas.microsoft.com/office/powerpoint/2010/main" val="36773050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546DB2BC-72E9-B56B-F100-1ECA8EAC6743}"/>
              </a:ext>
            </a:extLst>
          </p:cNvPr>
          <p:cNvSpPr>
            <a:spLocks noGrp="1"/>
          </p:cNvSpPr>
          <p:nvPr>
            <p:ph type="sldNum" sz="quarter" idx="12"/>
          </p:nvPr>
        </p:nvSpPr>
        <p:spPr/>
        <p:txBody>
          <a:bodyPr/>
          <a:lstStyle/>
          <a:p>
            <a:fld id="{A1788E4B-14DA-4295-B966-6520CEF7CCFD}" type="slidenum">
              <a:rPr lang="fr-FR" smtClean="0"/>
              <a:t>32</a:t>
            </a:fld>
            <a:endParaRPr lang="fr-FR"/>
          </a:p>
        </p:txBody>
      </p:sp>
      <p:sp>
        <p:nvSpPr>
          <p:cNvPr id="3" name="ZoneTexte 2">
            <a:extLst>
              <a:ext uri="{FF2B5EF4-FFF2-40B4-BE49-F238E27FC236}">
                <a16:creationId xmlns:a16="http://schemas.microsoft.com/office/drawing/2014/main" id="{BFDB3E0F-7A2C-5D6C-B196-6F2D3E8E0D1A}"/>
              </a:ext>
            </a:extLst>
          </p:cNvPr>
          <p:cNvSpPr txBox="1"/>
          <p:nvPr/>
        </p:nvSpPr>
        <p:spPr>
          <a:xfrm>
            <a:off x="247650" y="1028700"/>
            <a:ext cx="11020425" cy="5262979"/>
          </a:xfrm>
          <a:prstGeom prst="rect">
            <a:avLst/>
          </a:prstGeom>
          <a:noFill/>
        </p:spPr>
        <p:txBody>
          <a:bodyPr wrap="square" rtlCol="0">
            <a:spAutoFit/>
          </a:bodyPr>
          <a:lstStyle/>
          <a:p>
            <a:pPr marL="285750" indent="-285750">
              <a:buFont typeface="Courier New" panose="02070309020205020404" pitchFamily="49" charset="0"/>
              <a:buChar char="o"/>
            </a:pPr>
            <a:r>
              <a:rPr lang="fr-FR" sz="1200" b="1" dirty="0">
                <a:solidFill>
                  <a:schemeClr val="accent1"/>
                </a:solidFill>
              </a:rPr>
              <a:t>Equipement de communication </a:t>
            </a:r>
            <a:r>
              <a:rPr lang="fr-FR" sz="1200" b="0" i="0" dirty="0">
                <a:solidFill>
                  <a:srgbClr val="222222"/>
                </a:solidFill>
                <a:effectLst/>
              </a:rPr>
              <a:t>permettent de transmettre des données entre différents équipements, tels que les modems, les routeurs, les switches et les hubs</a:t>
            </a:r>
          </a:p>
          <a:p>
            <a:pPr marL="285750" indent="-285750">
              <a:buFont typeface="Courier New" panose="02070309020205020404" pitchFamily="49" charset="0"/>
              <a:buChar char="o"/>
            </a:pPr>
            <a:endParaRPr lang="fr-FR" sz="1200" b="1" dirty="0"/>
          </a:p>
          <a:p>
            <a:pPr marL="285750" indent="-285750">
              <a:buFont typeface="Courier New" panose="02070309020205020404" pitchFamily="49" charset="0"/>
              <a:buChar char="o"/>
            </a:pPr>
            <a:r>
              <a:rPr lang="fr-FR" sz="1200" b="1" dirty="0">
                <a:solidFill>
                  <a:schemeClr val="accent1"/>
                </a:solidFill>
              </a:rPr>
              <a:t>Equipement d’interconnexion </a:t>
            </a:r>
            <a:r>
              <a:rPr lang="fr-FR" sz="1200" b="1" dirty="0"/>
              <a:t>: </a:t>
            </a:r>
            <a:r>
              <a:rPr lang="fr-FR" sz="1200" dirty="0"/>
              <a:t>ce sont </a:t>
            </a:r>
            <a:r>
              <a:rPr lang="fr-FR" sz="1200" b="0" i="0" dirty="0">
                <a:solidFill>
                  <a:srgbClr val="212529"/>
                </a:solidFill>
                <a:effectLst/>
              </a:rPr>
              <a:t>les matériels connectés au réseau, mais qui ne sont pas des hôtes. Ils portent une appellation différente selon leur niveau d'intelligence ou le rôle qu'ils jouent</a:t>
            </a:r>
          </a:p>
          <a:p>
            <a:pPr marL="285750" indent="-285750">
              <a:buFont typeface="Courier New" panose="02070309020205020404" pitchFamily="49" charset="0"/>
              <a:buChar char="o"/>
            </a:pPr>
            <a:endParaRPr lang="fr-FR" sz="1200" dirty="0">
              <a:solidFill>
                <a:srgbClr val="212529"/>
              </a:solidFill>
            </a:endParaRPr>
          </a:p>
          <a:p>
            <a:pPr marL="285750" indent="-285750">
              <a:buFont typeface="Courier New" panose="02070309020205020404" pitchFamily="49" charset="0"/>
              <a:buChar char="o"/>
            </a:pPr>
            <a:r>
              <a:rPr lang="fr-FR" sz="1200" b="1" dirty="0">
                <a:solidFill>
                  <a:schemeClr val="accent1"/>
                </a:solidFill>
              </a:rPr>
              <a:t>Client - serveur : Le protocole client–serveur </a:t>
            </a:r>
            <a:r>
              <a:rPr lang="fr-FR" sz="1200" dirty="0">
                <a:solidFill>
                  <a:srgbClr val="212529"/>
                </a:solidFill>
              </a:rPr>
              <a:t>désigne un mode de transmission d'information (souvent à travers un réseau) entre plusieurs programmes ou processus : l'un, qualifié de client, envoie des requêtes ; l'autre, qualifié de serveur, attend les requêtes des clients et y répond1,2. Le serveur offre ici un service au client.</a:t>
            </a:r>
          </a:p>
          <a:p>
            <a:endParaRPr lang="fr-FR" sz="1200" dirty="0">
              <a:solidFill>
                <a:srgbClr val="212529"/>
              </a:solidFill>
            </a:endParaRPr>
          </a:p>
          <a:p>
            <a:pPr marL="285750" indent="-285750">
              <a:buFont typeface="Courier New" panose="02070309020205020404" pitchFamily="49" charset="0"/>
              <a:buChar char="o"/>
            </a:pPr>
            <a:r>
              <a:rPr lang="fr-FR" sz="1200" b="1" dirty="0">
                <a:solidFill>
                  <a:schemeClr val="accent1"/>
                </a:solidFill>
              </a:rPr>
              <a:t>Support de communication : </a:t>
            </a:r>
            <a:r>
              <a:rPr lang="fr-FR" sz="1200" dirty="0"/>
              <a:t>le moyen par lequel la communication entre un émetteur, d'une part, et une cible, d'autre part, se produit</a:t>
            </a:r>
          </a:p>
          <a:p>
            <a:pPr marL="285750" indent="-285750">
              <a:buFont typeface="Courier New" panose="02070309020205020404" pitchFamily="49" charset="0"/>
              <a:buChar char="o"/>
            </a:pPr>
            <a:endParaRPr lang="fr-FR" sz="1200" dirty="0"/>
          </a:p>
          <a:p>
            <a:pPr marL="285750" indent="-285750">
              <a:buFont typeface="Courier New" panose="02070309020205020404" pitchFamily="49" charset="0"/>
              <a:buChar char="o"/>
            </a:pPr>
            <a:r>
              <a:rPr lang="fr-FR" sz="1200" b="1" dirty="0">
                <a:solidFill>
                  <a:schemeClr val="accent1"/>
                </a:solidFill>
              </a:rPr>
              <a:t>Un point d’accès: </a:t>
            </a:r>
            <a:r>
              <a:rPr lang="fr-FR" sz="1200" dirty="0"/>
              <a:t>un élément essentiel dans le monde des réseaux sans fil. En assurant une connexion fluide entre les réseaux câblés et les appareils sans fil, il garantit la mobilité, la flexibilité et l’efficacité.</a:t>
            </a:r>
          </a:p>
          <a:p>
            <a:pPr marL="285750" indent="-285750">
              <a:buFont typeface="Courier New" panose="02070309020205020404" pitchFamily="49" charset="0"/>
              <a:buChar char="o"/>
            </a:pPr>
            <a:endParaRPr lang="fr-FR" sz="1200" dirty="0"/>
          </a:p>
          <a:p>
            <a:pPr marL="285750" indent="-285750">
              <a:buFont typeface="Courier New" panose="02070309020205020404" pitchFamily="49" charset="0"/>
              <a:buChar char="o"/>
            </a:pPr>
            <a:r>
              <a:rPr lang="fr-FR" sz="1200" b="1" dirty="0">
                <a:solidFill>
                  <a:schemeClr val="accent1"/>
                </a:solidFill>
              </a:rPr>
              <a:t>Adressage : </a:t>
            </a:r>
            <a:r>
              <a:rPr lang="fr-FR" sz="1200" dirty="0"/>
              <a:t>(Télécommunications) Ensemble des techniques et méthodes donnant un identifiant unique aux lieux et bâtiments. (Informatique) Action de désignation d'un emplacement d'une ressource informatique (mémoire, élément de réseau, etc…). </a:t>
            </a:r>
          </a:p>
          <a:p>
            <a:endParaRPr lang="fr-FR" sz="1200" dirty="0"/>
          </a:p>
          <a:p>
            <a:pPr marL="285750" indent="-285750">
              <a:buFont typeface="Courier New" panose="02070309020205020404" pitchFamily="49" charset="0"/>
              <a:buChar char="o"/>
            </a:pPr>
            <a:r>
              <a:rPr lang="fr-FR" sz="1200" b="1" dirty="0">
                <a:solidFill>
                  <a:schemeClr val="accent1"/>
                </a:solidFill>
              </a:rPr>
              <a:t>Système de commutation : </a:t>
            </a:r>
            <a:r>
              <a:rPr lang="fr-FR" sz="1200" dirty="0"/>
              <a:t>création de circuits temporaires pour acheminer un message  entre la source et la destination</a:t>
            </a:r>
            <a:endParaRPr lang="fr-FR" sz="1200" b="0" i="0" dirty="0">
              <a:solidFill>
                <a:srgbClr val="212529"/>
              </a:solidFill>
              <a:effectLst/>
            </a:endParaRPr>
          </a:p>
          <a:p>
            <a:pPr marL="285750" indent="-285750">
              <a:buFont typeface="Courier New" panose="02070309020205020404" pitchFamily="49" charset="0"/>
              <a:buChar char="o"/>
            </a:pPr>
            <a:endParaRPr lang="fr-FR" sz="1200" dirty="0">
              <a:solidFill>
                <a:schemeClr val="accent1"/>
              </a:solidFill>
            </a:endParaRPr>
          </a:p>
          <a:p>
            <a:pPr marL="285750" indent="-285750">
              <a:buFont typeface="Courier New" panose="02070309020205020404" pitchFamily="49" charset="0"/>
              <a:buChar char="o"/>
            </a:pPr>
            <a:r>
              <a:rPr lang="fr-FR" sz="1200" b="1" dirty="0">
                <a:solidFill>
                  <a:schemeClr val="accent1"/>
                </a:solidFill>
              </a:rPr>
              <a:t>La topologie logique </a:t>
            </a:r>
            <a:r>
              <a:rPr lang="fr-FR" sz="1200" dirty="0"/>
              <a:t>se réfère à la façon dont les données sont transmises sur le réseau</a:t>
            </a:r>
          </a:p>
          <a:p>
            <a:pPr marL="285750" indent="-285750">
              <a:buFont typeface="Courier New" panose="02070309020205020404" pitchFamily="49" charset="0"/>
              <a:buChar char="o"/>
            </a:pPr>
            <a:endParaRPr lang="fr-FR" sz="1200" b="1" dirty="0"/>
          </a:p>
          <a:p>
            <a:pPr marL="285750" indent="-285750">
              <a:buFont typeface="Courier New" panose="02070309020205020404" pitchFamily="49" charset="0"/>
              <a:buChar char="o"/>
            </a:pPr>
            <a:r>
              <a:rPr lang="fr-FR" sz="1200" b="1" dirty="0">
                <a:solidFill>
                  <a:schemeClr val="accent1"/>
                </a:solidFill>
              </a:rPr>
              <a:t>La topologie physique </a:t>
            </a:r>
            <a:r>
              <a:rPr lang="fr-FR" sz="1200" dirty="0"/>
              <a:t>se réfère à la disposition physique des câbles et des périphériques connectés dans le réseau</a:t>
            </a:r>
            <a:endParaRPr lang="fr-FR" sz="1200" b="1" dirty="0"/>
          </a:p>
          <a:p>
            <a:pPr marL="285750" indent="-285750">
              <a:buFont typeface="Courier New" panose="02070309020205020404" pitchFamily="49" charset="0"/>
              <a:buChar char="o"/>
            </a:pPr>
            <a:endParaRPr lang="fr-FR" sz="1200" b="1" dirty="0">
              <a:solidFill>
                <a:schemeClr val="accent1"/>
              </a:solidFill>
            </a:endParaRPr>
          </a:p>
          <a:p>
            <a:pPr marL="285750" indent="-285750">
              <a:buFont typeface="Courier New" panose="02070309020205020404" pitchFamily="49" charset="0"/>
              <a:buChar char="o"/>
            </a:pPr>
            <a:r>
              <a:rPr lang="fr-FR" sz="1200" b="1" dirty="0">
                <a:solidFill>
                  <a:schemeClr val="accent1"/>
                </a:solidFill>
              </a:rPr>
              <a:t>Port Destination : </a:t>
            </a:r>
            <a:r>
              <a:rPr lang="fr-FR" sz="1200" dirty="0"/>
              <a:t>Port réservé pour récupérer des services (exemple: envoi de fichier FTP)</a:t>
            </a:r>
          </a:p>
          <a:p>
            <a:pPr marL="285750" indent="-285750">
              <a:buFont typeface="Courier New" panose="02070309020205020404" pitchFamily="49" charset="0"/>
              <a:buChar char="o"/>
            </a:pPr>
            <a:endParaRPr lang="fr-FR" sz="1200" b="1" dirty="0"/>
          </a:p>
          <a:p>
            <a:pPr marL="285750" indent="-285750">
              <a:buFont typeface="Courier New" panose="02070309020205020404" pitchFamily="49" charset="0"/>
              <a:buChar char="o"/>
            </a:pPr>
            <a:r>
              <a:rPr lang="fr-FR" sz="1200" b="1" dirty="0">
                <a:solidFill>
                  <a:schemeClr val="accent1"/>
                </a:solidFill>
              </a:rPr>
              <a:t>Port Source: </a:t>
            </a:r>
            <a:r>
              <a:rPr lang="fr-FR" sz="1200" dirty="0"/>
              <a:t>Port libre au-dessus de 1024 pour réceptionner les réponses</a:t>
            </a:r>
          </a:p>
          <a:p>
            <a:endParaRPr lang="fr-FR" sz="1200" dirty="0"/>
          </a:p>
          <a:p>
            <a:pPr marL="285750" indent="-285750">
              <a:buFont typeface="Courier New" panose="02070309020205020404" pitchFamily="49" charset="0"/>
              <a:buChar char="o"/>
            </a:pPr>
            <a:endParaRPr lang="fr-FR" sz="1200" b="1" dirty="0"/>
          </a:p>
          <a:p>
            <a:pPr marL="285750" indent="-285750">
              <a:buFont typeface="Courier New" panose="02070309020205020404" pitchFamily="49" charset="0"/>
              <a:buChar char="o"/>
            </a:pPr>
            <a:endParaRPr lang="fr-FR" sz="1200" dirty="0"/>
          </a:p>
        </p:txBody>
      </p:sp>
    </p:spTree>
    <p:extLst>
      <p:ext uri="{BB962C8B-B14F-4D97-AF65-F5344CB8AC3E}">
        <p14:creationId xmlns:p14="http://schemas.microsoft.com/office/powerpoint/2010/main" val="37662526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D4493C5-3800-1FA3-A5BB-A9C15A6C758A}"/>
              </a:ext>
            </a:extLst>
          </p:cNvPr>
          <p:cNvSpPr>
            <a:spLocks noGrp="1"/>
          </p:cNvSpPr>
          <p:nvPr>
            <p:ph type="title"/>
          </p:nvPr>
        </p:nvSpPr>
        <p:spPr/>
        <p:txBody>
          <a:bodyPr vert="horz" lIns="91440" tIns="45720" rIns="91440" bIns="45720" rtlCol="0" anchor="ctr">
            <a:normAutofit/>
          </a:bodyPr>
          <a:lstStyle/>
          <a:p>
            <a:r>
              <a:rPr lang="en-US" sz="5400" kern="1200" dirty="0">
                <a:solidFill>
                  <a:schemeClr val="tx1"/>
                </a:solidFill>
                <a:latin typeface="+mj-lt"/>
                <a:ea typeface="+mj-ea"/>
                <a:cs typeface="+mj-cs"/>
              </a:rPr>
              <a:t>Annexes – </a:t>
            </a:r>
            <a:r>
              <a:rPr lang="en-US" sz="5400" kern="1200">
                <a:solidFill>
                  <a:schemeClr val="tx1"/>
                </a:solidFill>
                <a:latin typeface="+mj-lt"/>
                <a:ea typeface="+mj-ea"/>
                <a:cs typeface="+mj-cs"/>
              </a:rPr>
              <a:t>A modifier</a:t>
            </a:r>
          </a:p>
        </p:txBody>
      </p:sp>
      <p:sp>
        <p:nvSpPr>
          <p:cNvPr id="5" name="Espace réservé du numéro de diapositive 4">
            <a:extLst>
              <a:ext uri="{FF2B5EF4-FFF2-40B4-BE49-F238E27FC236}">
                <a16:creationId xmlns:a16="http://schemas.microsoft.com/office/drawing/2014/main" id="{2D84D457-8567-9A5A-D32E-56F64D59C82B}"/>
              </a:ext>
            </a:extLst>
          </p:cNvPr>
          <p:cNvSpPr>
            <a:spLocks noGrp="1"/>
          </p:cNvSpPr>
          <p:nvPr>
            <p:ph type="sldNum" sz="quarter" idx="12"/>
          </p:nvPr>
        </p:nvSpPr>
        <p:spPr/>
        <p:txBody>
          <a:bodyPr/>
          <a:lstStyle/>
          <a:p>
            <a:fld id="{A1788E4B-14DA-4295-B966-6520CEF7CCFD}" type="slidenum">
              <a:rPr lang="fr-FR" smtClean="0"/>
              <a:t>33</a:t>
            </a:fld>
            <a:endParaRPr lang="fr-FR"/>
          </a:p>
        </p:txBody>
      </p:sp>
      <p:sp>
        <p:nvSpPr>
          <p:cNvPr id="3" name="Titre 1">
            <a:extLst>
              <a:ext uri="{FF2B5EF4-FFF2-40B4-BE49-F238E27FC236}">
                <a16:creationId xmlns:a16="http://schemas.microsoft.com/office/drawing/2014/main" id="{C8AF1E1E-8CDB-D8B9-F89C-A36E2BF8453C}"/>
              </a:ext>
            </a:extLst>
          </p:cNvPr>
          <p:cNvSpPr txBox="1">
            <a:spLocks/>
          </p:cNvSpPr>
          <p:nvPr/>
        </p:nvSpPr>
        <p:spPr>
          <a:xfrm>
            <a:off x="838200" y="1929384"/>
            <a:ext cx="10515600" cy="4251960"/>
          </a:xfrm>
          <a:prstGeom prst="rect">
            <a:avLst/>
          </a:prstGeom>
        </p:spPr>
        <p:txBody>
          <a:bodyPr vert="horz" lIns="91440" tIns="45720" rIns="91440" bIns="45720" rtlCol="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14300" indent="-342900">
              <a:spcAft>
                <a:spcPts val="600"/>
              </a:spcAft>
              <a:buFont typeface="Wingdings" panose="05000000000000000000" pitchFamily="2" charset="2"/>
              <a:buChar char="v"/>
            </a:pPr>
            <a:r>
              <a:rPr lang="en-US" sz="2200" dirty="0">
                <a:latin typeface="+mn-lt"/>
                <a:ea typeface="+mn-ea"/>
                <a:cs typeface="+mn-cs"/>
              </a:rPr>
              <a:t>Encapsulation</a:t>
            </a:r>
          </a:p>
          <a:p>
            <a:pPr marL="742950" lvl="1" indent="-228600">
              <a:lnSpc>
                <a:spcPct val="90000"/>
              </a:lnSpc>
              <a:spcAft>
                <a:spcPts val="600"/>
              </a:spcAft>
              <a:buFont typeface="Arial" panose="020B0604020202020204" pitchFamily="34" charset="0"/>
              <a:buChar char="•"/>
            </a:pPr>
            <a:r>
              <a:rPr lang="en-US" sz="2200" dirty="0"/>
              <a:t>Modèle OSI</a:t>
            </a:r>
          </a:p>
          <a:p>
            <a:pPr marL="742950" lvl="1" indent="-228600">
              <a:lnSpc>
                <a:spcPct val="90000"/>
              </a:lnSpc>
              <a:spcAft>
                <a:spcPts val="600"/>
              </a:spcAft>
              <a:buFont typeface="Arial" panose="020B0604020202020204" pitchFamily="34" charset="0"/>
              <a:buChar char="•"/>
            </a:pPr>
            <a:r>
              <a:rPr lang="en-US" sz="2200" dirty="0"/>
              <a:t>Modèle TCP IP</a:t>
            </a:r>
          </a:p>
          <a:p>
            <a:pPr marL="114300" indent="-342900">
              <a:spcAft>
                <a:spcPts val="600"/>
              </a:spcAft>
              <a:buFont typeface="Wingdings" panose="05000000000000000000" pitchFamily="2" charset="2"/>
              <a:buChar char="v"/>
            </a:pPr>
            <a:r>
              <a:rPr lang="fr-FR" sz="2200" dirty="0">
                <a:latin typeface="+mn-lt"/>
                <a:ea typeface="+mn-ea"/>
                <a:cs typeface="+mn-cs"/>
              </a:rPr>
              <a:t>MODÈLE TCP/IP, OSI et protocole</a:t>
            </a:r>
          </a:p>
          <a:p>
            <a:pPr marL="342900" indent="-342900">
              <a:spcAft>
                <a:spcPts val="600"/>
              </a:spcAft>
              <a:buFont typeface="Wingdings" panose="05000000000000000000" pitchFamily="2" charset="2"/>
              <a:buChar char="v"/>
            </a:pPr>
            <a:r>
              <a:rPr lang="fr-FR" sz="2200" dirty="0">
                <a:latin typeface="+mn-lt"/>
                <a:ea typeface="+mn-ea"/>
                <a:cs typeface="+mn-cs"/>
              </a:rPr>
              <a:t>Valeurs de chaque bit dans un octet</a:t>
            </a:r>
          </a:p>
        </p:txBody>
      </p:sp>
    </p:spTree>
    <p:extLst>
      <p:ext uri="{BB962C8B-B14F-4D97-AF65-F5344CB8AC3E}">
        <p14:creationId xmlns:p14="http://schemas.microsoft.com/office/powerpoint/2010/main" val="6317442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C81BF255-DD9B-1CDB-1184-AA2EBF10CDA9}"/>
              </a:ext>
            </a:extLst>
          </p:cNvPr>
          <p:cNvSpPr>
            <a:spLocks noGrp="1"/>
          </p:cNvSpPr>
          <p:nvPr>
            <p:ph type="title"/>
          </p:nvPr>
        </p:nvSpPr>
        <p:spPr>
          <a:xfrm>
            <a:off x="145985" y="114486"/>
            <a:ext cx="5244722" cy="347256"/>
          </a:xfr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a:normAutofit/>
          </a:bodyPr>
          <a:lstStyle/>
          <a:p>
            <a:r>
              <a:rPr lang="fr-FR" sz="1800" dirty="0">
                <a:solidFill>
                  <a:schemeClr val="accent1"/>
                </a:solidFill>
              </a:rPr>
              <a:t>Protocoles TCP/IP les plus courants</a:t>
            </a:r>
          </a:p>
        </p:txBody>
      </p:sp>
      <p:sp>
        <p:nvSpPr>
          <p:cNvPr id="3" name="ZoneTexte 2">
            <a:extLst>
              <a:ext uri="{FF2B5EF4-FFF2-40B4-BE49-F238E27FC236}">
                <a16:creationId xmlns:a16="http://schemas.microsoft.com/office/drawing/2014/main" id="{ECC96F17-2A2A-468D-B2CC-E82F98D929D6}"/>
              </a:ext>
            </a:extLst>
          </p:cNvPr>
          <p:cNvSpPr txBox="1"/>
          <p:nvPr/>
        </p:nvSpPr>
        <p:spPr>
          <a:xfrm>
            <a:off x="145985" y="579358"/>
            <a:ext cx="11461071" cy="5847755"/>
          </a:xfrm>
          <a:prstGeom prst="rect">
            <a:avLst/>
          </a:prstGeom>
          <a:noFill/>
        </p:spPr>
        <p:txBody>
          <a:bodyPr wrap="square">
            <a:spAutoFit/>
          </a:bodyPr>
          <a:lstStyle/>
          <a:p>
            <a:r>
              <a:rPr lang="fr-FR" sz="1100" u="sng" dirty="0"/>
              <a:t>Couche Application:</a:t>
            </a:r>
          </a:p>
          <a:p>
            <a:pPr marL="171450" indent="-171450">
              <a:buFont typeface="Courier New" panose="02070309020205020404" pitchFamily="49" charset="0"/>
              <a:buChar char="o"/>
            </a:pPr>
            <a:r>
              <a:rPr lang="fr-FR" sz="1100" dirty="0"/>
              <a:t>DNS (Domain Name Service)  : Traduit une adresse internet en adresse IP. </a:t>
            </a:r>
          </a:p>
          <a:p>
            <a:pPr marL="171450" indent="-171450">
              <a:buFont typeface="Courier New" panose="02070309020205020404" pitchFamily="49" charset="0"/>
              <a:buChar char="o"/>
            </a:pPr>
            <a:endParaRPr lang="fr-FR" sz="1100" dirty="0"/>
          </a:p>
          <a:p>
            <a:pPr marL="171450" indent="-171450">
              <a:buFont typeface="Courier New" panose="02070309020205020404" pitchFamily="49" charset="0"/>
              <a:buChar char="o"/>
            </a:pPr>
            <a:r>
              <a:rPr lang="fr-FR" sz="1100" dirty="0"/>
              <a:t>HTTP(Hyper </a:t>
            </a:r>
            <a:r>
              <a:rPr lang="fr-FR" sz="1100" dirty="0" err="1"/>
              <a:t>Text</a:t>
            </a:r>
            <a:r>
              <a:rPr lang="fr-FR" sz="1100" dirty="0"/>
              <a:t> Transfer Protocol) : Transfert les fichiers qui constituent les pages web. </a:t>
            </a:r>
          </a:p>
          <a:p>
            <a:pPr marL="171450" indent="-171450">
              <a:buFont typeface="Courier New" panose="02070309020205020404" pitchFamily="49" charset="0"/>
              <a:buChar char="o"/>
            </a:pPr>
            <a:endParaRPr lang="fr-FR" sz="1100" dirty="0"/>
          </a:p>
          <a:p>
            <a:pPr marL="171450" indent="-171450">
              <a:buFont typeface="Courier New" panose="02070309020205020404" pitchFamily="49" charset="0"/>
              <a:buChar char="o"/>
            </a:pPr>
            <a:r>
              <a:rPr lang="fr-FR" sz="1100" dirty="0"/>
              <a:t>HTTPS(Hyper </a:t>
            </a:r>
            <a:r>
              <a:rPr lang="fr-FR" sz="1100" dirty="0" err="1"/>
              <a:t>Text</a:t>
            </a:r>
            <a:r>
              <a:rPr lang="fr-FR" sz="1100" dirty="0"/>
              <a:t> Transfer Protocol </a:t>
            </a:r>
            <a:r>
              <a:rPr lang="fr-FR" sz="1100" dirty="0" err="1"/>
              <a:t>Secured</a:t>
            </a:r>
            <a:r>
              <a:rPr lang="fr-FR" sz="1100" dirty="0"/>
              <a:t>) : Même rôle que HTTP mais les données sont chiffrées (sécurisés). </a:t>
            </a:r>
          </a:p>
          <a:p>
            <a:pPr marL="171450" indent="-171450">
              <a:buFont typeface="Courier New" panose="02070309020205020404" pitchFamily="49" charset="0"/>
              <a:buChar char="o"/>
            </a:pPr>
            <a:endParaRPr lang="fr-FR" sz="1100" dirty="0"/>
          </a:p>
          <a:p>
            <a:pPr marL="171450" indent="-171450">
              <a:buFont typeface="Courier New" panose="02070309020205020404" pitchFamily="49" charset="0"/>
              <a:buChar char="o"/>
            </a:pPr>
            <a:r>
              <a:rPr lang="fr-FR" sz="1100" dirty="0"/>
              <a:t>FTP (File Transfer Protocol) : Téléchargement fiable de fichiers. </a:t>
            </a:r>
          </a:p>
          <a:p>
            <a:pPr marL="171450" indent="-171450">
              <a:buFont typeface="Courier New" panose="02070309020205020404" pitchFamily="49" charset="0"/>
              <a:buChar char="o"/>
            </a:pPr>
            <a:endParaRPr lang="fr-FR" sz="1100" dirty="0"/>
          </a:p>
          <a:p>
            <a:pPr marL="171450" indent="-171450">
              <a:buFont typeface="Courier New" panose="02070309020205020404" pitchFamily="49" charset="0"/>
              <a:buChar char="o"/>
            </a:pPr>
            <a:r>
              <a:rPr lang="fr-FR" sz="1100" dirty="0"/>
              <a:t>TFTP(Trivial File Transfert Protocole) : Comme FTP, c’est un protocole de téléchargement mais simplifié (moins de fonctionnalités). </a:t>
            </a:r>
          </a:p>
          <a:p>
            <a:pPr marL="171450" indent="-171450">
              <a:buFont typeface="Courier New" panose="02070309020205020404" pitchFamily="49" charset="0"/>
              <a:buChar char="o"/>
            </a:pPr>
            <a:endParaRPr lang="fr-FR" sz="1100" dirty="0"/>
          </a:p>
          <a:p>
            <a:pPr marL="171450" indent="-171450">
              <a:buFont typeface="Courier New" panose="02070309020205020404" pitchFamily="49" charset="0"/>
              <a:buChar char="o"/>
            </a:pPr>
            <a:r>
              <a:rPr lang="fr-FR" sz="1100" dirty="0"/>
              <a:t>SMTP(Simple Mail Transfer Protocol) : Transfert de courriers et de pièces jointes. </a:t>
            </a:r>
          </a:p>
          <a:p>
            <a:pPr marL="171450" indent="-171450">
              <a:buFont typeface="Courier New" panose="02070309020205020404" pitchFamily="49" charset="0"/>
              <a:buChar char="o"/>
            </a:pPr>
            <a:endParaRPr lang="fr-FR" sz="1100" dirty="0"/>
          </a:p>
          <a:p>
            <a:pPr marL="171450" indent="-171450">
              <a:buFont typeface="Courier New" panose="02070309020205020404" pitchFamily="49" charset="0"/>
              <a:buChar char="o"/>
            </a:pPr>
            <a:r>
              <a:rPr lang="fr-FR" sz="1100" dirty="0"/>
              <a:t>TELNET(</a:t>
            </a:r>
            <a:r>
              <a:rPr lang="fr-FR" sz="1100" dirty="0" err="1"/>
              <a:t>Teletype</a:t>
            </a:r>
            <a:r>
              <a:rPr lang="fr-FR" sz="1100" dirty="0"/>
              <a:t> Network) : Permet à un client d’effectuer des commandes sur un serveur.</a:t>
            </a:r>
          </a:p>
          <a:p>
            <a:endParaRPr lang="fr-FR" sz="1100" dirty="0"/>
          </a:p>
          <a:p>
            <a:r>
              <a:rPr lang="fr-FR" sz="1100" u="sng" dirty="0"/>
              <a:t>Couche Liaison données:</a:t>
            </a:r>
          </a:p>
          <a:p>
            <a:pPr marL="171450" indent="-171450">
              <a:buFont typeface="Courier New" panose="02070309020205020404" pitchFamily="49" charset="0"/>
              <a:buChar char="o"/>
            </a:pPr>
            <a:r>
              <a:rPr lang="fr-FR" sz="1100" dirty="0"/>
              <a:t>Ethernet est le protocole de couche 2 dominant (câble et, dans l'esprit, Wi-Fi).</a:t>
            </a:r>
          </a:p>
          <a:p>
            <a:endParaRPr lang="fr-FR" sz="1100" u="sng" dirty="0"/>
          </a:p>
          <a:p>
            <a:r>
              <a:rPr lang="fr-FR" sz="1100" u="sng" dirty="0"/>
              <a:t>Couche Internet</a:t>
            </a:r>
          </a:p>
          <a:p>
            <a:pPr marL="171450" indent="-171450">
              <a:buFont typeface="Courier New" panose="02070309020205020404" pitchFamily="49" charset="0"/>
              <a:buChar char="o"/>
            </a:pPr>
            <a:r>
              <a:rPr lang="fr-FR" sz="1100" dirty="0"/>
              <a:t>IP </a:t>
            </a:r>
          </a:p>
          <a:p>
            <a:r>
              <a:rPr lang="fr-FR" sz="1100" dirty="0"/>
              <a:t>Une adresse de protocole Internet également appelée adresse IP est une étiquette numérique. Il est attribué à chaque appareil connecté à un réseau informatique qui utilise l’IP pour la communication. Sa fonction de routage permet la mise en réseau et établit essentiellement Internet. La combinaison d'IP avec un TCP permet de développer une connexion virtuelle entre une destination et une source.</a:t>
            </a:r>
          </a:p>
          <a:p>
            <a:endParaRPr lang="fr-FR" sz="1100" dirty="0"/>
          </a:p>
          <a:p>
            <a:pPr marL="171450" indent="-171450">
              <a:buFont typeface="Courier New" panose="02070309020205020404" pitchFamily="49" charset="0"/>
              <a:buChar char="o"/>
            </a:pPr>
            <a:r>
              <a:rPr lang="fr-FR" sz="1100" dirty="0"/>
              <a:t>ICMP (Internet Control Message Protocol)</a:t>
            </a:r>
          </a:p>
          <a:p>
            <a:r>
              <a:rPr lang="fr-FR" sz="1100" dirty="0"/>
              <a:t>Il est principalement utilisé pour déterminer si les données atteignent ou non la destination voulue dans les meilleurs délais. Généralement, le protocole ICMP est utilisé sur des périphériques réseau, tels que des routeurs</a:t>
            </a:r>
          </a:p>
          <a:p>
            <a:endParaRPr lang="fr-FR" sz="1100" dirty="0"/>
          </a:p>
          <a:p>
            <a:pPr marL="171450" indent="-171450">
              <a:buFont typeface="Courier New" panose="02070309020205020404" pitchFamily="49" charset="0"/>
              <a:buChar char="o"/>
            </a:pPr>
            <a:r>
              <a:rPr lang="fr-FR" sz="1100" b="0" i="0" dirty="0">
                <a:effectLst/>
              </a:rPr>
              <a:t>L'ARP, ou </a:t>
            </a:r>
            <a:r>
              <a:rPr lang="fr-FR" sz="1100" b="0" i="0" dirty="0" err="1">
                <a:effectLst/>
              </a:rPr>
              <a:t>Address</a:t>
            </a:r>
            <a:r>
              <a:rPr lang="fr-FR" sz="1100" b="0" i="0" dirty="0">
                <a:effectLst/>
              </a:rPr>
              <a:t> </a:t>
            </a:r>
            <a:r>
              <a:rPr lang="fr-FR" sz="1100" b="0" i="0" dirty="0" err="1">
                <a:effectLst/>
              </a:rPr>
              <a:t>Resolution</a:t>
            </a:r>
            <a:r>
              <a:rPr lang="fr-FR" sz="1100" b="0" i="0" dirty="0">
                <a:effectLst/>
              </a:rPr>
              <a:t> Protocol, est un protocole de la couche réseau qui permet de faire correspondre une adresse IP à une adresse MAC.</a:t>
            </a:r>
          </a:p>
          <a:p>
            <a:endParaRPr lang="fr-FR" sz="1100" dirty="0"/>
          </a:p>
          <a:p>
            <a:r>
              <a:rPr lang="fr-FR" sz="1100" u="sng" dirty="0"/>
              <a:t>Couche transport</a:t>
            </a:r>
          </a:p>
          <a:p>
            <a:pPr marL="171450" indent="-171450">
              <a:buFont typeface="Courier New" panose="02070309020205020404" pitchFamily="49" charset="0"/>
              <a:buChar char="o"/>
            </a:pPr>
            <a:r>
              <a:rPr lang="fr-FR" sz="1100" dirty="0"/>
              <a:t>UDP (user </a:t>
            </a:r>
            <a:r>
              <a:rPr lang="fr-FR" sz="1100" dirty="0" err="1"/>
              <a:t>datagram</a:t>
            </a:r>
            <a:r>
              <a:rPr lang="fr-FR" sz="1100" dirty="0"/>
              <a:t> </a:t>
            </a:r>
            <a:r>
              <a:rPr lang="fr-FR" sz="1100" dirty="0" err="1"/>
              <a:t>protocol</a:t>
            </a:r>
            <a:r>
              <a:rPr lang="fr-FR" sz="1100" dirty="0"/>
              <a:t>) orienté non-connexion : expédition des données</a:t>
            </a:r>
          </a:p>
          <a:p>
            <a:pPr marL="171450" indent="-171450">
              <a:buFont typeface="Courier New" panose="02070309020205020404" pitchFamily="49" charset="0"/>
              <a:buChar char="o"/>
            </a:pPr>
            <a:endParaRPr lang="fr-FR" sz="1100" dirty="0"/>
          </a:p>
          <a:p>
            <a:pPr marL="171450" indent="-171450">
              <a:buFont typeface="Courier New" panose="02070309020205020404" pitchFamily="49" charset="0"/>
              <a:buChar char="o"/>
            </a:pPr>
            <a:r>
              <a:rPr lang="fr-FR" sz="1100" dirty="0"/>
              <a:t>TCP (transmission Control Protocol) orienté connexion: établissement et maintien d’une connexion entre deux machines</a:t>
            </a:r>
            <a:r>
              <a:rPr lang="fr-FR" sz="1100" b="0" i="0" dirty="0">
                <a:solidFill>
                  <a:schemeClr val="accent2">
                    <a:lumMod val="75000"/>
                  </a:schemeClr>
                </a:solidFill>
                <a:effectLst/>
              </a:rPr>
              <a:t> </a:t>
            </a:r>
            <a:endParaRPr lang="fr-FR" sz="1100" dirty="0">
              <a:solidFill>
                <a:schemeClr val="accent2">
                  <a:lumMod val="75000"/>
                </a:schemeClr>
              </a:solidFill>
            </a:endParaRPr>
          </a:p>
        </p:txBody>
      </p:sp>
      <p:sp>
        <p:nvSpPr>
          <p:cNvPr id="5" name="Espace réservé du numéro de diapositive 4">
            <a:extLst>
              <a:ext uri="{FF2B5EF4-FFF2-40B4-BE49-F238E27FC236}">
                <a16:creationId xmlns:a16="http://schemas.microsoft.com/office/drawing/2014/main" id="{05EA89E9-4EBF-6C05-0828-ACF744D334F5}"/>
              </a:ext>
            </a:extLst>
          </p:cNvPr>
          <p:cNvSpPr>
            <a:spLocks noGrp="1"/>
          </p:cNvSpPr>
          <p:nvPr>
            <p:ph type="sldNum" sz="quarter" idx="12"/>
          </p:nvPr>
        </p:nvSpPr>
        <p:spPr/>
        <p:txBody>
          <a:bodyPr/>
          <a:lstStyle/>
          <a:p>
            <a:fld id="{A1788E4B-14DA-4295-B966-6520CEF7CCFD}" type="slidenum">
              <a:rPr lang="fr-FR" smtClean="0"/>
              <a:t>34</a:t>
            </a:fld>
            <a:endParaRPr lang="fr-FR"/>
          </a:p>
        </p:txBody>
      </p:sp>
    </p:spTree>
    <p:extLst>
      <p:ext uri="{BB962C8B-B14F-4D97-AF65-F5344CB8AC3E}">
        <p14:creationId xmlns:p14="http://schemas.microsoft.com/office/powerpoint/2010/main" val="31815341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F2338-E042-CAF3-7346-64D1B2EDBC77}"/>
            </a:ext>
          </a:extLst>
        </p:cNvPr>
        <p:cNvGrpSpPr/>
        <p:nvPr/>
      </p:nvGrpSpPr>
      <p:grpSpPr>
        <a:xfrm>
          <a:off x="0" y="0"/>
          <a:ext cx="0" cy="0"/>
          <a:chOff x="0" y="0"/>
          <a:chExt cx="0" cy="0"/>
        </a:xfrm>
      </p:grpSpPr>
      <p:cxnSp>
        <p:nvCxnSpPr>
          <p:cNvPr id="15" name="Connecteur : en angle 14">
            <a:extLst>
              <a:ext uri="{FF2B5EF4-FFF2-40B4-BE49-F238E27FC236}">
                <a16:creationId xmlns:a16="http://schemas.microsoft.com/office/drawing/2014/main" id="{1C5FD568-C5C5-A522-0683-A16F55766736}"/>
              </a:ext>
            </a:extLst>
          </p:cNvPr>
          <p:cNvCxnSpPr>
            <a:stCxn id="2" idx="0"/>
            <a:endCxn id="3" idx="1"/>
          </p:cNvCxnSpPr>
          <p:nvPr/>
        </p:nvCxnSpPr>
        <p:spPr>
          <a:xfrm rot="16200000" flipH="1" flipV="1">
            <a:off x="4228515" y="-316168"/>
            <a:ext cx="1186193" cy="2548777"/>
          </a:xfrm>
          <a:prstGeom prst="bentConnector4">
            <a:avLst>
              <a:gd name="adj1" fmla="val -19272"/>
              <a:gd name="adj2" fmla="val 215256"/>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Connecteur : en angle 16">
            <a:extLst>
              <a:ext uri="{FF2B5EF4-FFF2-40B4-BE49-F238E27FC236}">
                <a16:creationId xmlns:a16="http://schemas.microsoft.com/office/drawing/2014/main" id="{94F60F6F-6FDB-C63E-E64E-36C9E7A7F838}"/>
              </a:ext>
            </a:extLst>
          </p:cNvPr>
          <p:cNvCxnSpPr>
            <a:stCxn id="2" idx="0"/>
            <a:endCxn id="10" idx="1"/>
          </p:cNvCxnSpPr>
          <p:nvPr/>
        </p:nvCxnSpPr>
        <p:spPr>
          <a:xfrm rot="16200000" flipH="1" flipV="1">
            <a:off x="3533285" y="379062"/>
            <a:ext cx="2576652" cy="2548778"/>
          </a:xfrm>
          <a:prstGeom prst="bentConnector4">
            <a:avLst>
              <a:gd name="adj1" fmla="val -8872"/>
              <a:gd name="adj2" fmla="val 215256"/>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 name="ZoneTexte 3">
            <a:extLst>
              <a:ext uri="{FF2B5EF4-FFF2-40B4-BE49-F238E27FC236}">
                <a16:creationId xmlns:a16="http://schemas.microsoft.com/office/drawing/2014/main" id="{9AAC38B2-10F0-95AA-B6FE-17DF8DF7FDCD}"/>
              </a:ext>
            </a:extLst>
          </p:cNvPr>
          <p:cNvSpPr txBox="1"/>
          <p:nvPr/>
        </p:nvSpPr>
        <p:spPr>
          <a:xfrm>
            <a:off x="985919" y="2836011"/>
            <a:ext cx="1301959" cy="261610"/>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wrap="none" rtlCol="0">
            <a:spAutoFit/>
          </a:bodyPr>
          <a:lstStyle/>
          <a:p>
            <a:pPr algn="ctr"/>
            <a:r>
              <a:rPr lang="fr-FR" sz="1100" dirty="0"/>
              <a:t>Adressage Machine</a:t>
            </a:r>
          </a:p>
        </p:txBody>
      </p:sp>
      <p:cxnSp>
        <p:nvCxnSpPr>
          <p:cNvPr id="25" name="Connecteur : en angle 24">
            <a:extLst>
              <a:ext uri="{FF2B5EF4-FFF2-40B4-BE49-F238E27FC236}">
                <a16:creationId xmlns:a16="http://schemas.microsoft.com/office/drawing/2014/main" id="{15A5B849-1F30-D3BC-D2FD-F2F7F6FF22DB}"/>
              </a:ext>
            </a:extLst>
          </p:cNvPr>
          <p:cNvCxnSpPr>
            <a:stCxn id="2" idx="2"/>
          </p:cNvCxnSpPr>
          <p:nvPr/>
        </p:nvCxnSpPr>
        <p:spPr>
          <a:xfrm rot="5400000">
            <a:off x="3199179" y="2038731"/>
            <a:ext cx="3244864" cy="2548779"/>
          </a:xfrm>
          <a:prstGeom prst="bentConnector3">
            <a:avLst>
              <a:gd name="adj1" fmla="val 50000"/>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 name="Titre 1">
            <a:extLst>
              <a:ext uri="{FF2B5EF4-FFF2-40B4-BE49-F238E27FC236}">
                <a16:creationId xmlns:a16="http://schemas.microsoft.com/office/drawing/2014/main" id="{BB3DF473-3F2B-E0AD-F971-B15B708E1AA8}"/>
              </a:ext>
            </a:extLst>
          </p:cNvPr>
          <p:cNvSpPr>
            <a:spLocks noGrp="1"/>
          </p:cNvSpPr>
          <p:nvPr>
            <p:ph type="title"/>
          </p:nvPr>
        </p:nvSpPr>
        <p:spPr>
          <a:ln/>
        </p:spPr>
        <p:style>
          <a:lnRef idx="2">
            <a:schemeClr val="dk1"/>
          </a:lnRef>
          <a:fillRef idx="1">
            <a:schemeClr val="lt1"/>
          </a:fillRef>
          <a:effectRef idx="0">
            <a:schemeClr val="dk1"/>
          </a:effectRef>
          <a:fontRef idx="minor">
            <a:schemeClr val="dk1"/>
          </a:fontRef>
        </p:style>
        <p:txBody>
          <a:bodyPr>
            <a:noAutofit/>
          </a:bodyPr>
          <a:lstStyle/>
          <a:p>
            <a:r>
              <a:rPr lang="fr-FR" sz="1000" b="1" dirty="0">
                <a:solidFill>
                  <a:srgbClr val="FF0000"/>
                </a:solidFill>
                <a:latin typeface="+mn-lt"/>
              </a:rPr>
              <a:t>Adressage Réseau </a:t>
            </a:r>
            <a:br>
              <a:rPr lang="fr-FR" sz="1000" dirty="0">
                <a:latin typeface="+mn-lt"/>
              </a:rPr>
            </a:br>
            <a:br>
              <a:rPr lang="fr-FR" sz="1000" dirty="0">
                <a:latin typeface="+mn-lt"/>
              </a:rPr>
            </a:br>
            <a:r>
              <a:rPr lang="fr-FR" sz="1000" i="1" dirty="0">
                <a:latin typeface="+mn-lt"/>
              </a:rPr>
              <a:t>L'adresse réseau est une identification unique du réseau. Chaque périphérique du même sous-réseau partage cette adresse réseau dans son adresse IP.</a:t>
            </a:r>
          </a:p>
        </p:txBody>
      </p:sp>
      <p:sp>
        <p:nvSpPr>
          <p:cNvPr id="14" name="Espace réservé du contenu 13">
            <a:extLst>
              <a:ext uri="{FF2B5EF4-FFF2-40B4-BE49-F238E27FC236}">
                <a16:creationId xmlns:a16="http://schemas.microsoft.com/office/drawing/2014/main" id="{EF17912C-55E3-024E-42DB-C67FA262CCBB}"/>
              </a:ext>
            </a:extLst>
          </p:cNvPr>
          <p:cNvSpPr>
            <a:spLocks noGrp="1"/>
          </p:cNvSpPr>
          <p:nvPr>
            <p:ph idx="1"/>
          </p:nvPr>
        </p:nvSpPr>
        <p:spPr/>
        <p:txBody>
          <a:bodyPr/>
          <a:lstStyle/>
          <a:p>
            <a:endParaRPr lang="fr-FR"/>
          </a:p>
        </p:txBody>
      </p:sp>
      <p:sp>
        <p:nvSpPr>
          <p:cNvPr id="16" name="Espace réservé du numéro de diapositive 15">
            <a:extLst>
              <a:ext uri="{FF2B5EF4-FFF2-40B4-BE49-F238E27FC236}">
                <a16:creationId xmlns:a16="http://schemas.microsoft.com/office/drawing/2014/main" id="{7849F93C-194C-5A89-0BD9-838BE79240E8}"/>
              </a:ext>
            </a:extLst>
          </p:cNvPr>
          <p:cNvSpPr>
            <a:spLocks noGrp="1"/>
          </p:cNvSpPr>
          <p:nvPr>
            <p:ph type="sldNum" sz="quarter" idx="12"/>
          </p:nvPr>
        </p:nvSpPr>
        <p:spPr/>
        <p:txBody>
          <a:bodyPr/>
          <a:lstStyle/>
          <a:p>
            <a:fld id="{A1788E4B-14DA-4295-B966-6520CEF7CCFD}" type="slidenum">
              <a:rPr lang="fr-FR" smtClean="0"/>
              <a:t>35</a:t>
            </a:fld>
            <a:endParaRPr lang="fr-FR"/>
          </a:p>
        </p:txBody>
      </p:sp>
      <p:sp>
        <p:nvSpPr>
          <p:cNvPr id="3" name="Titre 1">
            <a:extLst>
              <a:ext uri="{FF2B5EF4-FFF2-40B4-BE49-F238E27FC236}">
                <a16:creationId xmlns:a16="http://schemas.microsoft.com/office/drawing/2014/main" id="{86BA3F51-1504-02BC-9D9E-7C3FD8E48F42}"/>
              </a:ext>
            </a:extLst>
          </p:cNvPr>
          <p:cNvSpPr txBox="1">
            <a:spLocks/>
          </p:cNvSpPr>
          <p:nvPr/>
        </p:nvSpPr>
        <p:spPr>
          <a:xfrm>
            <a:off x="3547223" y="916027"/>
            <a:ext cx="2442759" cy="1270582"/>
          </a:xfrm>
          <a:prstGeom prst="rect">
            <a:avLst/>
          </a:prstGeom>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1100" b="1" dirty="0">
                <a:solidFill>
                  <a:srgbClr val="FFC000"/>
                </a:solidFill>
                <a:latin typeface="+mn-lt"/>
              </a:rPr>
              <a:t>Adressage MAC ou Physique</a:t>
            </a:r>
          </a:p>
          <a:p>
            <a:pPr algn="ctr"/>
            <a:endParaRPr lang="fr-FR" sz="1100" dirty="0">
              <a:latin typeface="+mn-lt"/>
            </a:endParaRPr>
          </a:p>
          <a:p>
            <a:r>
              <a:rPr lang="fr-FR" sz="1100" dirty="0">
                <a:latin typeface="+mn-lt"/>
              </a:rPr>
              <a:t>- 48 bits (6 octets)</a:t>
            </a:r>
          </a:p>
          <a:p>
            <a:r>
              <a:rPr lang="fr-FR" sz="1100" dirty="0">
                <a:latin typeface="+mn-lt"/>
              </a:rPr>
              <a:t>- TCPIP Couche  Accès réseau</a:t>
            </a:r>
          </a:p>
          <a:p>
            <a:r>
              <a:rPr lang="fr-FR" sz="1100" dirty="0">
                <a:latin typeface="+mn-lt"/>
              </a:rPr>
              <a:t>- OSI Couche Liaison de données</a:t>
            </a:r>
          </a:p>
        </p:txBody>
      </p:sp>
      <p:graphicFrame>
        <p:nvGraphicFramePr>
          <p:cNvPr id="5" name="Tableau 5">
            <a:extLst>
              <a:ext uri="{FF2B5EF4-FFF2-40B4-BE49-F238E27FC236}">
                <a16:creationId xmlns:a16="http://schemas.microsoft.com/office/drawing/2014/main" id="{0F70906D-4722-11FD-7AFA-E05BFFEC462A}"/>
              </a:ext>
            </a:extLst>
          </p:cNvPr>
          <p:cNvGraphicFramePr>
            <a:graphicFrameLocks noGrp="1"/>
          </p:cNvGraphicFramePr>
          <p:nvPr/>
        </p:nvGraphicFramePr>
        <p:xfrm>
          <a:off x="3647151" y="1926508"/>
          <a:ext cx="2232964" cy="213360"/>
        </p:xfrm>
        <a:graphic>
          <a:graphicData uri="http://schemas.openxmlformats.org/drawingml/2006/table">
            <a:tbl>
              <a:tblPr firstRow="1" bandRow="1">
                <a:tableStyleId>{ED083AE6-46FA-4A59-8FB0-9F97EB10719F}</a:tableStyleId>
              </a:tblPr>
              <a:tblGrid>
                <a:gridCol w="1116482">
                  <a:extLst>
                    <a:ext uri="{9D8B030D-6E8A-4147-A177-3AD203B41FA5}">
                      <a16:colId xmlns:a16="http://schemas.microsoft.com/office/drawing/2014/main" val="3638689788"/>
                    </a:ext>
                  </a:extLst>
                </a:gridCol>
                <a:gridCol w="1116482">
                  <a:extLst>
                    <a:ext uri="{9D8B030D-6E8A-4147-A177-3AD203B41FA5}">
                      <a16:colId xmlns:a16="http://schemas.microsoft.com/office/drawing/2014/main" val="1947049555"/>
                    </a:ext>
                  </a:extLst>
                </a:gridCol>
              </a:tblGrid>
              <a:tr h="0">
                <a:tc>
                  <a:txBody>
                    <a:bodyPr/>
                    <a:lstStyle/>
                    <a:p>
                      <a:r>
                        <a:rPr lang="fr-FR" sz="800" b="0" dirty="0"/>
                        <a:t>Nom du constructeur </a:t>
                      </a:r>
                    </a:p>
                  </a:txBody>
                  <a:tcPr/>
                </a:tc>
                <a:tc>
                  <a:txBody>
                    <a:bodyPr/>
                    <a:lstStyle/>
                    <a:p>
                      <a:r>
                        <a:rPr lang="fr-FR" sz="800" b="0" dirty="0"/>
                        <a:t>Numéro de Série</a:t>
                      </a:r>
                    </a:p>
                  </a:txBody>
                  <a:tcPr/>
                </a:tc>
                <a:extLst>
                  <a:ext uri="{0D108BD9-81ED-4DB2-BD59-A6C34878D82A}">
                    <a16:rowId xmlns:a16="http://schemas.microsoft.com/office/drawing/2014/main" val="2131113628"/>
                  </a:ext>
                </a:extLst>
              </a:tr>
            </a:tbl>
          </a:graphicData>
        </a:graphic>
      </p:graphicFrame>
      <p:sp>
        <p:nvSpPr>
          <p:cNvPr id="6" name="ZoneTexte 5">
            <a:extLst>
              <a:ext uri="{FF2B5EF4-FFF2-40B4-BE49-F238E27FC236}">
                <a16:creationId xmlns:a16="http://schemas.microsoft.com/office/drawing/2014/main" id="{BCBFBEAA-F481-09F7-7158-19DBFA07ED40}"/>
              </a:ext>
            </a:extLst>
          </p:cNvPr>
          <p:cNvSpPr txBox="1"/>
          <p:nvPr/>
        </p:nvSpPr>
        <p:spPr>
          <a:xfrm>
            <a:off x="3907512" y="1711220"/>
            <a:ext cx="562975" cy="230832"/>
          </a:xfrm>
          <a:prstGeom prst="rect">
            <a:avLst/>
          </a:prstGeom>
          <a:noFill/>
        </p:spPr>
        <p:txBody>
          <a:bodyPr wrap="none" rtlCol="0">
            <a:spAutoFit/>
          </a:bodyPr>
          <a:lstStyle/>
          <a:p>
            <a:r>
              <a:rPr lang="fr-FR" sz="900" b="1" dirty="0">
                <a:solidFill>
                  <a:srgbClr val="FFC000"/>
                </a:solidFill>
              </a:rPr>
              <a:t>3 octets</a:t>
            </a:r>
          </a:p>
        </p:txBody>
      </p:sp>
      <p:sp>
        <p:nvSpPr>
          <p:cNvPr id="8" name="ZoneTexte 7">
            <a:extLst>
              <a:ext uri="{FF2B5EF4-FFF2-40B4-BE49-F238E27FC236}">
                <a16:creationId xmlns:a16="http://schemas.microsoft.com/office/drawing/2014/main" id="{C7D0D3FB-DCB3-AFE6-D30B-A296E82BFC94}"/>
              </a:ext>
            </a:extLst>
          </p:cNvPr>
          <p:cNvSpPr txBox="1"/>
          <p:nvPr/>
        </p:nvSpPr>
        <p:spPr>
          <a:xfrm>
            <a:off x="4998395" y="1711245"/>
            <a:ext cx="562975" cy="230832"/>
          </a:xfrm>
          <a:prstGeom prst="rect">
            <a:avLst/>
          </a:prstGeom>
          <a:noFill/>
        </p:spPr>
        <p:txBody>
          <a:bodyPr wrap="none" rtlCol="0">
            <a:spAutoFit/>
          </a:bodyPr>
          <a:lstStyle/>
          <a:p>
            <a:r>
              <a:rPr lang="fr-FR" sz="900" b="1" dirty="0">
                <a:solidFill>
                  <a:srgbClr val="FFC000"/>
                </a:solidFill>
              </a:rPr>
              <a:t>3 octets</a:t>
            </a:r>
          </a:p>
        </p:txBody>
      </p:sp>
      <p:sp>
        <p:nvSpPr>
          <p:cNvPr id="9" name="Titre 1">
            <a:extLst>
              <a:ext uri="{FF2B5EF4-FFF2-40B4-BE49-F238E27FC236}">
                <a16:creationId xmlns:a16="http://schemas.microsoft.com/office/drawing/2014/main" id="{722CD458-EA89-4B33-9C95-2F8D11D542EF}"/>
              </a:ext>
            </a:extLst>
          </p:cNvPr>
          <p:cNvSpPr txBox="1">
            <a:spLocks/>
          </p:cNvSpPr>
          <p:nvPr/>
        </p:nvSpPr>
        <p:spPr>
          <a:xfrm>
            <a:off x="6482822" y="916027"/>
            <a:ext cx="5139333" cy="1270582"/>
          </a:xfrm>
          <a:prstGeom prst="rect">
            <a:avLst/>
          </a:prstGeom>
        </p:spPr>
        <p:style>
          <a:lnRef idx="2">
            <a:schemeClr val="accent4"/>
          </a:lnRef>
          <a:fillRef idx="1">
            <a:schemeClr val="lt1"/>
          </a:fillRef>
          <a:effectRef idx="0">
            <a:schemeClr val="accent4"/>
          </a:effectRef>
          <a:fontRef idx="minor">
            <a:schemeClr val="dk1"/>
          </a:fontRef>
        </p:style>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1200" dirty="0">
                <a:latin typeface="+mn-lt"/>
              </a:rPr>
              <a:t>Différents types d’adresse</a:t>
            </a:r>
          </a:p>
          <a:p>
            <a:endParaRPr lang="fr-FR" sz="1200" dirty="0">
              <a:latin typeface="+mn-lt"/>
            </a:endParaRPr>
          </a:p>
          <a:p>
            <a:pPr marL="171450" indent="-171450">
              <a:buFont typeface="Arial" panose="020B0604020202020204" pitchFamily="34" charset="0"/>
              <a:buChar char="•"/>
            </a:pPr>
            <a:r>
              <a:rPr lang="fr-FR" sz="1200" dirty="0">
                <a:latin typeface="+mn-lt"/>
              </a:rPr>
              <a:t>Adresse Broadcast (diffusion) : FF.FF.FF.FF.FF.FF  (1 partout)</a:t>
            </a:r>
          </a:p>
          <a:p>
            <a:pPr marL="171450" indent="-171450">
              <a:buFont typeface="Arial" panose="020B0604020202020204" pitchFamily="34" charset="0"/>
              <a:buChar char="•"/>
            </a:pPr>
            <a:r>
              <a:rPr lang="fr-FR" sz="1200" dirty="0">
                <a:latin typeface="+mn-lt"/>
              </a:rPr>
              <a:t>Adresse Multicast (groupe) : 01:00:5E:….</a:t>
            </a:r>
          </a:p>
          <a:p>
            <a:pPr marL="171450" indent="-171450">
              <a:buFont typeface="Arial" panose="020B0604020202020204" pitchFamily="34" charset="0"/>
              <a:buChar char="•"/>
            </a:pPr>
            <a:r>
              <a:rPr lang="fr-FR" sz="1200" dirty="0">
                <a:latin typeface="+mn-lt"/>
              </a:rPr>
              <a:t>Adresse Unicast (de machine à machine)</a:t>
            </a:r>
          </a:p>
        </p:txBody>
      </p:sp>
      <p:sp>
        <p:nvSpPr>
          <p:cNvPr id="10" name="Titre 1">
            <a:extLst>
              <a:ext uri="{FF2B5EF4-FFF2-40B4-BE49-F238E27FC236}">
                <a16:creationId xmlns:a16="http://schemas.microsoft.com/office/drawing/2014/main" id="{E51ED64C-8A49-AAFD-7123-CAC665ECD346}"/>
              </a:ext>
            </a:extLst>
          </p:cNvPr>
          <p:cNvSpPr txBox="1">
            <a:spLocks/>
          </p:cNvSpPr>
          <p:nvPr/>
        </p:nvSpPr>
        <p:spPr>
          <a:xfrm>
            <a:off x="3547222" y="2306486"/>
            <a:ext cx="2442759" cy="1270582"/>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1000" b="1" dirty="0">
                <a:solidFill>
                  <a:schemeClr val="accent1"/>
                </a:solidFill>
                <a:latin typeface="+mn-lt"/>
              </a:rPr>
              <a:t>Adressage IP ou logique</a:t>
            </a:r>
          </a:p>
          <a:p>
            <a:pPr algn="ctr"/>
            <a:r>
              <a:rPr lang="fr-FR" sz="1000" b="1" dirty="0">
                <a:solidFill>
                  <a:schemeClr val="accent1"/>
                </a:solidFill>
                <a:latin typeface="+mn-lt"/>
              </a:rPr>
              <a:t>Trouver la machine</a:t>
            </a:r>
          </a:p>
          <a:p>
            <a:pPr algn="ctr"/>
            <a:endParaRPr lang="fr-FR" sz="1000" dirty="0">
              <a:latin typeface="+mn-lt"/>
            </a:endParaRPr>
          </a:p>
          <a:p>
            <a:r>
              <a:rPr lang="fr-FR" sz="1000" dirty="0">
                <a:latin typeface="+mn-lt"/>
              </a:rPr>
              <a:t>- 32 bits (4 x 8 bits) </a:t>
            </a:r>
            <a:r>
              <a:rPr lang="fr-FR" sz="1000" dirty="0">
                <a:latin typeface="+mn-lt"/>
                <a:sym typeface="Wingdings" panose="05000000000000000000" pitchFamily="2" charset="2"/>
              </a:rPr>
              <a:t> IPV4</a:t>
            </a:r>
            <a:endParaRPr lang="fr-FR" sz="1000" dirty="0">
              <a:latin typeface="+mn-lt"/>
            </a:endParaRPr>
          </a:p>
          <a:p>
            <a:r>
              <a:rPr lang="fr-FR" sz="1000" dirty="0">
                <a:latin typeface="+mn-lt"/>
              </a:rPr>
              <a:t>- TCPIP Couche Internet</a:t>
            </a:r>
          </a:p>
          <a:p>
            <a:r>
              <a:rPr lang="fr-FR" sz="1000" dirty="0">
                <a:latin typeface="+mn-lt"/>
              </a:rPr>
              <a:t>- OSI Couche Réseau</a:t>
            </a:r>
          </a:p>
        </p:txBody>
      </p:sp>
      <p:graphicFrame>
        <p:nvGraphicFramePr>
          <p:cNvPr id="11" name="Tableau 5">
            <a:extLst>
              <a:ext uri="{FF2B5EF4-FFF2-40B4-BE49-F238E27FC236}">
                <a16:creationId xmlns:a16="http://schemas.microsoft.com/office/drawing/2014/main" id="{5AD659A9-19C1-0FA3-0A8A-CB92D1A2EBD1}"/>
              </a:ext>
            </a:extLst>
          </p:cNvPr>
          <p:cNvGraphicFramePr>
            <a:graphicFrameLocks noGrp="1"/>
          </p:cNvGraphicFramePr>
          <p:nvPr/>
        </p:nvGraphicFramePr>
        <p:xfrm>
          <a:off x="3647151" y="3186336"/>
          <a:ext cx="2232964" cy="335280"/>
        </p:xfrm>
        <a:graphic>
          <a:graphicData uri="http://schemas.openxmlformats.org/drawingml/2006/table">
            <a:tbl>
              <a:tblPr firstRow="1" bandRow="1">
                <a:tableStyleId>{BDBED569-4797-4DF1-A0F4-6AAB3CD982D8}</a:tableStyleId>
              </a:tblPr>
              <a:tblGrid>
                <a:gridCol w="973948">
                  <a:extLst>
                    <a:ext uri="{9D8B030D-6E8A-4147-A177-3AD203B41FA5}">
                      <a16:colId xmlns:a16="http://schemas.microsoft.com/office/drawing/2014/main" val="3638689788"/>
                    </a:ext>
                  </a:extLst>
                </a:gridCol>
                <a:gridCol w="1259016">
                  <a:extLst>
                    <a:ext uri="{9D8B030D-6E8A-4147-A177-3AD203B41FA5}">
                      <a16:colId xmlns:a16="http://schemas.microsoft.com/office/drawing/2014/main" val="1947049555"/>
                    </a:ext>
                  </a:extLst>
                </a:gridCol>
              </a:tblGrid>
              <a:tr h="230832">
                <a:tc>
                  <a:txBody>
                    <a:bodyPr/>
                    <a:lstStyle/>
                    <a:p>
                      <a:pPr algn="ctr"/>
                      <a:r>
                        <a:rPr lang="fr-FR" sz="800" b="0" dirty="0"/>
                        <a:t>Net id </a:t>
                      </a:r>
                    </a:p>
                    <a:p>
                      <a:pPr algn="ctr"/>
                      <a:r>
                        <a:rPr lang="fr-FR" sz="800" b="0" dirty="0"/>
                        <a:t>Adresse réseau</a:t>
                      </a:r>
                    </a:p>
                  </a:txBody>
                  <a:tcPr/>
                </a:tc>
                <a:tc>
                  <a:txBody>
                    <a:bodyPr/>
                    <a:lstStyle/>
                    <a:p>
                      <a:pPr algn="ctr"/>
                      <a:r>
                        <a:rPr lang="fr-FR" sz="800" b="0" dirty="0"/>
                        <a:t>Host Id</a:t>
                      </a:r>
                    </a:p>
                    <a:p>
                      <a:pPr algn="ctr"/>
                      <a:r>
                        <a:rPr lang="fr-FR" sz="800" b="0" dirty="0"/>
                        <a:t>Adresse machine</a:t>
                      </a:r>
                    </a:p>
                  </a:txBody>
                  <a:tcPr/>
                </a:tc>
                <a:extLst>
                  <a:ext uri="{0D108BD9-81ED-4DB2-BD59-A6C34878D82A}">
                    <a16:rowId xmlns:a16="http://schemas.microsoft.com/office/drawing/2014/main" val="2131113628"/>
                  </a:ext>
                </a:extLst>
              </a:tr>
            </a:tbl>
          </a:graphicData>
        </a:graphic>
      </p:graphicFrame>
      <p:sp>
        <p:nvSpPr>
          <p:cNvPr id="12" name="Titre 1">
            <a:extLst>
              <a:ext uri="{FF2B5EF4-FFF2-40B4-BE49-F238E27FC236}">
                <a16:creationId xmlns:a16="http://schemas.microsoft.com/office/drawing/2014/main" id="{B9DDFC48-3DCD-95CE-0A6F-EFAD071B93CF}"/>
              </a:ext>
            </a:extLst>
          </p:cNvPr>
          <p:cNvSpPr txBox="1">
            <a:spLocks/>
          </p:cNvSpPr>
          <p:nvPr/>
        </p:nvSpPr>
        <p:spPr>
          <a:xfrm>
            <a:off x="6482823" y="2306485"/>
            <a:ext cx="5139334" cy="2960579"/>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1200" dirty="0">
                <a:latin typeface="+mn-lt"/>
              </a:rPr>
              <a:t>Différentes Classes d’adresse</a:t>
            </a:r>
          </a:p>
          <a:p>
            <a:endParaRPr lang="fr-FR" sz="1200" dirty="0">
              <a:latin typeface="+mn-lt"/>
            </a:endParaRPr>
          </a:p>
          <a:p>
            <a:pPr marL="171450" indent="-171450">
              <a:buFont typeface="Arial" panose="020B0604020202020204" pitchFamily="34" charset="0"/>
              <a:buChar char="•"/>
            </a:pPr>
            <a:r>
              <a:rPr lang="fr-FR" sz="1200" dirty="0">
                <a:latin typeface="+mn-lt"/>
              </a:rPr>
              <a:t>A : peu de réseau- beaucoup de machines</a:t>
            </a:r>
          </a:p>
          <a:p>
            <a:r>
              <a:rPr lang="fr-FR" sz="1200" dirty="0">
                <a:latin typeface="+mn-lt"/>
              </a:rPr>
              <a:t>     1 </a:t>
            </a:r>
            <a:r>
              <a:rPr lang="fr-FR" sz="1200" dirty="0">
                <a:latin typeface="+mn-lt"/>
                <a:sym typeface="Wingdings" panose="05000000000000000000" pitchFamily="2" charset="2"/>
              </a:rPr>
              <a:t> 126 // </a:t>
            </a:r>
            <a:r>
              <a:rPr lang="fr-FR" sz="1200" b="1" dirty="0">
                <a:solidFill>
                  <a:schemeClr val="bg1">
                    <a:lumMod val="75000"/>
                  </a:schemeClr>
                </a:solidFill>
                <a:latin typeface="+mn-lt"/>
              </a:rPr>
              <a:t>	255.0.0.0 (/8)</a:t>
            </a:r>
          </a:p>
          <a:p>
            <a:endParaRPr lang="fr-FR" sz="1200" dirty="0">
              <a:latin typeface="+mn-lt"/>
            </a:endParaRPr>
          </a:p>
          <a:p>
            <a:pPr marL="171450" indent="-171450">
              <a:buFont typeface="Arial" panose="020B0604020202020204" pitchFamily="34" charset="0"/>
              <a:buChar char="•"/>
            </a:pPr>
            <a:r>
              <a:rPr lang="fr-FR" sz="1200" dirty="0">
                <a:latin typeface="+mn-lt"/>
              </a:rPr>
              <a:t>B : nbre moyen de réseau et de machines</a:t>
            </a:r>
          </a:p>
          <a:p>
            <a:r>
              <a:rPr lang="fr-FR" sz="1200" dirty="0">
                <a:latin typeface="+mn-lt"/>
              </a:rPr>
              <a:t>     128 </a:t>
            </a:r>
            <a:r>
              <a:rPr lang="fr-FR" sz="1200" dirty="0">
                <a:latin typeface="+mn-lt"/>
                <a:sym typeface="Wingdings" panose="05000000000000000000" pitchFamily="2" charset="2"/>
              </a:rPr>
              <a:t> 191 // </a:t>
            </a:r>
            <a:r>
              <a:rPr lang="fr-FR" sz="1200" b="1" dirty="0">
                <a:solidFill>
                  <a:schemeClr val="bg1">
                    <a:lumMod val="75000"/>
                  </a:schemeClr>
                </a:solidFill>
                <a:latin typeface="+mn-lt"/>
              </a:rPr>
              <a:t>255.255.0.0(/16)</a:t>
            </a:r>
          </a:p>
          <a:p>
            <a:endParaRPr lang="fr-FR" sz="1200" dirty="0">
              <a:latin typeface="+mn-lt"/>
            </a:endParaRPr>
          </a:p>
          <a:p>
            <a:endParaRPr lang="fr-FR" sz="1200" dirty="0">
              <a:latin typeface="+mn-lt"/>
            </a:endParaRPr>
          </a:p>
          <a:p>
            <a:pPr marL="171450" indent="-171450">
              <a:buFont typeface="Arial" panose="020B0604020202020204" pitchFamily="34" charset="0"/>
              <a:buChar char="•"/>
            </a:pPr>
            <a:r>
              <a:rPr lang="fr-FR" sz="1200" dirty="0">
                <a:latin typeface="+mn-lt"/>
              </a:rPr>
              <a:t>C: plusieurs réseaux et peu de machines</a:t>
            </a:r>
          </a:p>
          <a:p>
            <a:r>
              <a:rPr lang="fr-FR" sz="1200" dirty="0">
                <a:latin typeface="+mn-lt"/>
              </a:rPr>
              <a:t>     192 </a:t>
            </a:r>
            <a:r>
              <a:rPr lang="fr-FR" sz="1200" dirty="0">
                <a:latin typeface="+mn-lt"/>
                <a:sym typeface="Wingdings" panose="05000000000000000000" pitchFamily="2" charset="2"/>
              </a:rPr>
              <a:t> 223 // </a:t>
            </a:r>
            <a:r>
              <a:rPr lang="fr-FR" sz="1200" b="1" dirty="0">
                <a:solidFill>
                  <a:schemeClr val="bg1">
                    <a:lumMod val="75000"/>
                  </a:schemeClr>
                </a:solidFill>
                <a:latin typeface="+mn-lt"/>
              </a:rPr>
              <a:t>255.255.255.0(/24)</a:t>
            </a:r>
          </a:p>
          <a:p>
            <a:endParaRPr lang="fr-FR" sz="1200" dirty="0">
              <a:latin typeface="+mn-lt"/>
            </a:endParaRPr>
          </a:p>
          <a:p>
            <a:pPr marL="171450" indent="-171450">
              <a:buFont typeface="Arial" panose="020B0604020202020204" pitchFamily="34" charset="0"/>
              <a:buChar char="•"/>
            </a:pPr>
            <a:r>
              <a:rPr lang="fr-FR" sz="1200" dirty="0">
                <a:latin typeface="+mn-lt"/>
              </a:rPr>
              <a:t>D : Multicast : </a:t>
            </a:r>
            <a:r>
              <a:rPr lang="fr-FR" sz="1200" b="1" dirty="0"/>
              <a:t>224 - 239 </a:t>
            </a:r>
            <a:endParaRPr lang="fr-FR" sz="1200" b="1" dirty="0">
              <a:latin typeface="+mn-lt"/>
            </a:endParaRPr>
          </a:p>
          <a:p>
            <a:pPr marL="171450" indent="-171450">
              <a:buFont typeface="Arial" panose="020B0604020202020204" pitchFamily="34" charset="0"/>
              <a:buChar char="•"/>
            </a:pPr>
            <a:r>
              <a:rPr lang="fr-FR" sz="1200" dirty="0">
                <a:latin typeface="+mn-lt"/>
              </a:rPr>
              <a:t>E : réservé  ou expérimental : 240 - 255</a:t>
            </a:r>
          </a:p>
          <a:p>
            <a:endParaRPr lang="fr-FR" sz="1200" dirty="0">
              <a:latin typeface="+mn-lt"/>
            </a:endParaRPr>
          </a:p>
        </p:txBody>
      </p:sp>
      <p:graphicFrame>
        <p:nvGraphicFramePr>
          <p:cNvPr id="13" name="Tableau 5">
            <a:extLst>
              <a:ext uri="{FF2B5EF4-FFF2-40B4-BE49-F238E27FC236}">
                <a16:creationId xmlns:a16="http://schemas.microsoft.com/office/drawing/2014/main" id="{508BD9C5-4F5D-2F69-EE39-EC1640AD61D1}"/>
              </a:ext>
            </a:extLst>
          </p:cNvPr>
          <p:cNvGraphicFramePr>
            <a:graphicFrameLocks noGrp="1"/>
          </p:cNvGraphicFramePr>
          <p:nvPr/>
        </p:nvGraphicFramePr>
        <p:xfrm>
          <a:off x="9490890" y="2370205"/>
          <a:ext cx="2054087" cy="243840"/>
        </p:xfrm>
        <a:graphic>
          <a:graphicData uri="http://schemas.openxmlformats.org/drawingml/2006/table">
            <a:tbl>
              <a:tblPr firstRow="1" bandRow="1">
                <a:tableStyleId>{BDBED569-4797-4DF1-A0F4-6AAB3CD982D8}</a:tableStyleId>
              </a:tblPr>
              <a:tblGrid>
                <a:gridCol w="965075">
                  <a:extLst>
                    <a:ext uri="{9D8B030D-6E8A-4147-A177-3AD203B41FA5}">
                      <a16:colId xmlns:a16="http://schemas.microsoft.com/office/drawing/2014/main" val="3638689788"/>
                    </a:ext>
                  </a:extLst>
                </a:gridCol>
                <a:gridCol w="1089012">
                  <a:extLst>
                    <a:ext uri="{9D8B030D-6E8A-4147-A177-3AD203B41FA5}">
                      <a16:colId xmlns:a16="http://schemas.microsoft.com/office/drawing/2014/main" val="1947049555"/>
                    </a:ext>
                  </a:extLst>
                </a:gridCol>
              </a:tblGrid>
              <a:tr h="243840">
                <a:tc>
                  <a:txBody>
                    <a:bodyPr/>
                    <a:lstStyle/>
                    <a:p>
                      <a:pPr algn="ctr"/>
                      <a:r>
                        <a:rPr lang="fr-FR" sz="900" dirty="0"/>
                        <a:t>Adresse réseau</a:t>
                      </a:r>
                    </a:p>
                  </a:txBody>
                  <a:tcPr/>
                </a:tc>
                <a:tc>
                  <a:txBody>
                    <a:bodyPr/>
                    <a:lstStyle/>
                    <a:p>
                      <a:pPr algn="ctr"/>
                      <a:r>
                        <a:rPr lang="fr-FR" sz="900" dirty="0"/>
                        <a:t>Adresse machine</a:t>
                      </a:r>
                    </a:p>
                  </a:txBody>
                  <a:tcPr/>
                </a:tc>
                <a:extLst>
                  <a:ext uri="{0D108BD9-81ED-4DB2-BD59-A6C34878D82A}">
                    <a16:rowId xmlns:a16="http://schemas.microsoft.com/office/drawing/2014/main" val="2131113628"/>
                  </a:ext>
                </a:extLst>
              </a:tr>
            </a:tbl>
          </a:graphicData>
        </a:graphic>
      </p:graphicFrame>
      <p:graphicFrame>
        <p:nvGraphicFramePr>
          <p:cNvPr id="18" name="Tableau 5">
            <a:extLst>
              <a:ext uri="{FF2B5EF4-FFF2-40B4-BE49-F238E27FC236}">
                <a16:creationId xmlns:a16="http://schemas.microsoft.com/office/drawing/2014/main" id="{90EA1D2B-D225-D9E4-EB74-11818EDF2CCE}"/>
              </a:ext>
            </a:extLst>
          </p:cNvPr>
          <p:cNvGraphicFramePr>
            <a:graphicFrameLocks noGrp="1"/>
          </p:cNvGraphicFramePr>
          <p:nvPr/>
        </p:nvGraphicFramePr>
        <p:xfrm>
          <a:off x="9484262" y="2719446"/>
          <a:ext cx="2054086" cy="243840"/>
        </p:xfrm>
        <a:graphic>
          <a:graphicData uri="http://schemas.openxmlformats.org/drawingml/2006/table">
            <a:tbl>
              <a:tblPr firstRow="1" bandRow="1">
                <a:tableStyleId>{BDBED569-4797-4DF1-A0F4-6AAB3CD982D8}</a:tableStyleId>
              </a:tblPr>
              <a:tblGrid>
                <a:gridCol w="951822">
                  <a:extLst>
                    <a:ext uri="{9D8B030D-6E8A-4147-A177-3AD203B41FA5}">
                      <a16:colId xmlns:a16="http://schemas.microsoft.com/office/drawing/2014/main" val="3638689788"/>
                    </a:ext>
                  </a:extLst>
                </a:gridCol>
                <a:gridCol w="1102264">
                  <a:extLst>
                    <a:ext uri="{9D8B030D-6E8A-4147-A177-3AD203B41FA5}">
                      <a16:colId xmlns:a16="http://schemas.microsoft.com/office/drawing/2014/main" val="1947049555"/>
                    </a:ext>
                  </a:extLst>
                </a:gridCol>
              </a:tblGrid>
              <a:tr h="199732">
                <a:tc>
                  <a:txBody>
                    <a:bodyPr/>
                    <a:lstStyle/>
                    <a:p>
                      <a:pPr algn="ctr"/>
                      <a:r>
                        <a:rPr lang="fr-FR" sz="1000" dirty="0"/>
                        <a:t>1 octet</a:t>
                      </a:r>
                    </a:p>
                  </a:txBody>
                  <a:tcPr/>
                </a:tc>
                <a:tc>
                  <a:txBody>
                    <a:bodyPr/>
                    <a:lstStyle/>
                    <a:p>
                      <a:pPr algn="ctr"/>
                      <a:r>
                        <a:rPr lang="fr-FR" sz="1000" dirty="0"/>
                        <a:t>3 octets</a:t>
                      </a:r>
                    </a:p>
                  </a:txBody>
                  <a:tcPr/>
                </a:tc>
                <a:extLst>
                  <a:ext uri="{0D108BD9-81ED-4DB2-BD59-A6C34878D82A}">
                    <a16:rowId xmlns:a16="http://schemas.microsoft.com/office/drawing/2014/main" val="2131113628"/>
                  </a:ext>
                </a:extLst>
              </a:tr>
            </a:tbl>
          </a:graphicData>
        </a:graphic>
      </p:graphicFrame>
      <p:graphicFrame>
        <p:nvGraphicFramePr>
          <p:cNvPr id="19" name="Tableau 5">
            <a:extLst>
              <a:ext uri="{FF2B5EF4-FFF2-40B4-BE49-F238E27FC236}">
                <a16:creationId xmlns:a16="http://schemas.microsoft.com/office/drawing/2014/main" id="{5B5F7EAD-F956-2234-61D8-A447A4DD20D1}"/>
              </a:ext>
            </a:extLst>
          </p:cNvPr>
          <p:cNvGraphicFramePr>
            <a:graphicFrameLocks noGrp="1"/>
          </p:cNvGraphicFramePr>
          <p:nvPr/>
        </p:nvGraphicFramePr>
        <p:xfrm>
          <a:off x="9490890" y="3399696"/>
          <a:ext cx="2054086" cy="243840"/>
        </p:xfrm>
        <a:graphic>
          <a:graphicData uri="http://schemas.openxmlformats.org/drawingml/2006/table">
            <a:tbl>
              <a:tblPr firstRow="1" bandRow="1">
                <a:tableStyleId>{BDBED569-4797-4DF1-A0F4-6AAB3CD982D8}</a:tableStyleId>
              </a:tblPr>
              <a:tblGrid>
                <a:gridCol w="978326">
                  <a:extLst>
                    <a:ext uri="{9D8B030D-6E8A-4147-A177-3AD203B41FA5}">
                      <a16:colId xmlns:a16="http://schemas.microsoft.com/office/drawing/2014/main" val="3638689788"/>
                    </a:ext>
                  </a:extLst>
                </a:gridCol>
                <a:gridCol w="1075760">
                  <a:extLst>
                    <a:ext uri="{9D8B030D-6E8A-4147-A177-3AD203B41FA5}">
                      <a16:colId xmlns:a16="http://schemas.microsoft.com/office/drawing/2014/main" val="1947049555"/>
                    </a:ext>
                  </a:extLst>
                </a:gridCol>
              </a:tblGrid>
              <a:tr h="199732">
                <a:tc>
                  <a:txBody>
                    <a:bodyPr/>
                    <a:lstStyle/>
                    <a:p>
                      <a:pPr algn="ctr"/>
                      <a:r>
                        <a:rPr lang="fr-FR" sz="1000" dirty="0"/>
                        <a:t>2 octets</a:t>
                      </a:r>
                    </a:p>
                  </a:txBody>
                  <a:tcPr/>
                </a:tc>
                <a:tc>
                  <a:txBody>
                    <a:bodyPr/>
                    <a:lstStyle/>
                    <a:p>
                      <a:pPr algn="ctr"/>
                      <a:r>
                        <a:rPr lang="fr-FR" sz="1000" dirty="0"/>
                        <a:t>2 octets</a:t>
                      </a:r>
                    </a:p>
                  </a:txBody>
                  <a:tcPr/>
                </a:tc>
                <a:extLst>
                  <a:ext uri="{0D108BD9-81ED-4DB2-BD59-A6C34878D82A}">
                    <a16:rowId xmlns:a16="http://schemas.microsoft.com/office/drawing/2014/main" val="2131113628"/>
                  </a:ext>
                </a:extLst>
              </a:tr>
            </a:tbl>
          </a:graphicData>
        </a:graphic>
      </p:graphicFrame>
      <p:graphicFrame>
        <p:nvGraphicFramePr>
          <p:cNvPr id="20" name="Tableau 5">
            <a:extLst>
              <a:ext uri="{FF2B5EF4-FFF2-40B4-BE49-F238E27FC236}">
                <a16:creationId xmlns:a16="http://schemas.microsoft.com/office/drawing/2014/main" id="{01A194E1-240E-18B6-0727-493F0740C2CE}"/>
              </a:ext>
            </a:extLst>
          </p:cNvPr>
          <p:cNvGraphicFramePr>
            <a:graphicFrameLocks noGrp="1"/>
          </p:cNvGraphicFramePr>
          <p:nvPr/>
        </p:nvGraphicFramePr>
        <p:xfrm>
          <a:off x="9484262" y="4211460"/>
          <a:ext cx="2054086" cy="243840"/>
        </p:xfrm>
        <a:graphic>
          <a:graphicData uri="http://schemas.openxmlformats.org/drawingml/2006/table">
            <a:tbl>
              <a:tblPr firstRow="1" bandRow="1">
                <a:tableStyleId>{BDBED569-4797-4DF1-A0F4-6AAB3CD982D8}</a:tableStyleId>
              </a:tblPr>
              <a:tblGrid>
                <a:gridCol w="984954">
                  <a:extLst>
                    <a:ext uri="{9D8B030D-6E8A-4147-A177-3AD203B41FA5}">
                      <a16:colId xmlns:a16="http://schemas.microsoft.com/office/drawing/2014/main" val="3638689788"/>
                    </a:ext>
                  </a:extLst>
                </a:gridCol>
                <a:gridCol w="1069132">
                  <a:extLst>
                    <a:ext uri="{9D8B030D-6E8A-4147-A177-3AD203B41FA5}">
                      <a16:colId xmlns:a16="http://schemas.microsoft.com/office/drawing/2014/main" val="1947049555"/>
                    </a:ext>
                  </a:extLst>
                </a:gridCol>
              </a:tblGrid>
              <a:tr h="199732">
                <a:tc>
                  <a:txBody>
                    <a:bodyPr/>
                    <a:lstStyle/>
                    <a:p>
                      <a:pPr algn="ctr"/>
                      <a:r>
                        <a:rPr lang="fr-FR" sz="1000" dirty="0"/>
                        <a:t>3 octets</a:t>
                      </a:r>
                    </a:p>
                  </a:txBody>
                  <a:tcPr/>
                </a:tc>
                <a:tc>
                  <a:txBody>
                    <a:bodyPr/>
                    <a:lstStyle/>
                    <a:p>
                      <a:pPr algn="ctr"/>
                      <a:r>
                        <a:rPr lang="fr-FR" sz="1000" dirty="0"/>
                        <a:t>1 octet</a:t>
                      </a:r>
                    </a:p>
                  </a:txBody>
                  <a:tcPr/>
                </a:tc>
                <a:extLst>
                  <a:ext uri="{0D108BD9-81ED-4DB2-BD59-A6C34878D82A}">
                    <a16:rowId xmlns:a16="http://schemas.microsoft.com/office/drawing/2014/main" val="2131113628"/>
                  </a:ext>
                </a:extLst>
              </a:tr>
            </a:tbl>
          </a:graphicData>
        </a:graphic>
      </p:graphicFrame>
      <p:sp>
        <p:nvSpPr>
          <p:cNvPr id="21" name="Titre 1">
            <a:extLst>
              <a:ext uri="{FF2B5EF4-FFF2-40B4-BE49-F238E27FC236}">
                <a16:creationId xmlns:a16="http://schemas.microsoft.com/office/drawing/2014/main" id="{4B6E3322-8B90-7F94-E70F-51F64EC177ED}"/>
              </a:ext>
            </a:extLst>
          </p:cNvPr>
          <p:cNvSpPr txBox="1">
            <a:spLocks/>
          </p:cNvSpPr>
          <p:nvPr/>
        </p:nvSpPr>
        <p:spPr>
          <a:xfrm>
            <a:off x="165579" y="5824970"/>
            <a:ext cx="4398304" cy="757395"/>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1000" b="1" dirty="0">
                <a:solidFill>
                  <a:schemeClr val="bg1">
                    <a:lumMod val="75000"/>
                  </a:schemeClr>
                </a:solidFill>
                <a:latin typeface="+mn-lt"/>
              </a:rPr>
              <a:t>Masque de sous-réseau</a:t>
            </a:r>
          </a:p>
          <a:p>
            <a:r>
              <a:rPr lang="fr-FR" sz="1000" dirty="0">
                <a:solidFill>
                  <a:schemeClr val="bg1"/>
                </a:solidFill>
                <a:latin typeface="+mn-lt"/>
              </a:rPr>
              <a:t> </a:t>
            </a:r>
          </a:p>
          <a:p>
            <a:r>
              <a:rPr lang="fr-FR" sz="1000" dirty="0">
                <a:latin typeface="+mn-lt"/>
              </a:rPr>
              <a:t>Le masque de sous-réseau spécifie quelle partie de l'adresse IP correspond à la partie réseau et quelle est la partie hôte.</a:t>
            </a:r>
          </a:p>
        </p:txBody>
      </p:sp>
      <p:sp>
        <p:nvSpPr>
          <p:cNvPr id="22" name="Titre 1">
            <a:extLst>
              <a:ext uri="{FF2B5EF4-FFF2-40B4-BE49-F238E27FC236}">
                <a16:creationId xmlns:a16="http://schemas.microsoft.com/office/drawing/2014/main" id="{CE308262-AC75-F788-1B5B-9F14FFFA3DFC}"/>
              </a:ext>
            </a:extLst>
          </p:cNvPr>
          <p:cNvSpPr txBox="1">
            <a:spLocks/>
          </p:cNvSpPr>
          <p:nvPr/>
        </p:nvSpPr>
        <p:spPr>
          <a:xfrm>
            <a:off x="4998395" y="5860190"/>
            <a:ext cx="3052359" cy="463561"/>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1000" b="1" dirty="0">
                <a:solidFill>
                  <a:schemeClr val="accent3"/>
                </a:solidFill>
                <a:latin typeface="+mn-lt"/>
              </a:rPr>
              <a:t>Adresse réseau</a:t>
            </a:r>
          </a:p>
          <a:p>
            <a:pPr algn="ctr"/>
            <a:r>
              <a:rPr lang="fr-FR" sz="1000" b="0" i="0" dirty="0">
                <a:solidFill>
                  <a:srgbClr val="505050"/>
                </a:solidFill>
                <a:effectLst/>
                <a:latin typeface="+mn-lt"/>
              </a:rPr>
              <a:t> l'adresse où tous les bits d'hôte sont définis sur 0</a:t>
            </a:r>
          </a:p>
          <a:p>
            <a:pPr algn="ctr"/>
            <a:r>
              <a:rPr lang="fr-FR" sz="1000" dirty="0">
                <a:solidFill>
                  <a:srgbClr val="505050"/>
                </a:solidFill>
                <a:highlight>
                  <a:srgbClr val="FFFF00"/>
                </a:highlight>
                <a:latin typeface="+mn-lt"/>
              </a:rPr>
              <a:t>(On garde la partie réseau)</a:t>
            </a:r>
            <a:endParaRPr lang="fr-FR" sz="1000" dirty="0">
              <a:highlight>
                <a:srgbClr val="FFFF00"/>
              </a:highlight>
              <a:latin typeface="+mn-lt"/>
            </a:endParaRPr>
          </a:p>
        </p:txBody>
      </p:sp>
      <p:sp>
        <p:nvSpPr>
          <p:cNvPr id="23" name="Titre 1">
            <a:extLst>
              <a:ext uri="{FF2B5EF4-FFF2-40B4-BE49-F238E27FC236}">
                <a16:creationId xmlns:a16="http://schemas.microsoft.com/office/drawing/2014/main" id="{B4716295-7F13-690C-EBEE-4B5C55049CD5}"/>
              </a:ext>
            </a:extLst>
          </p:cNvPr>
          <p:cNvSpPr txBox="1">
            <a:spLocks/>
          </p:cNvSpPr>
          <p:nvPr/>
        </p:nvSpPr>
        <p:spPr>
          <a:xfrm>
            <a:off x="8440362" y="5860189"/>
            <a:ext cx="3181795" cy="540276"/>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fr-FR" sz="1000" b="1" dirty="0">
              <a:solidFill>
                <a:schemeClr val="accent3"/>
              </a:solidFill>
              <a:latin typeface="+mn-lt"/>
            </a:endParaRPr>
          </a:p>
          <a:p>
            <a:pPr algn="ctr"/>
            <a:r>
              <a:rPr lang="fr-FR" sz="1000" b="1" dirty="0">
                <a:solidFill>
                  <a:schemeClr val="accent3"/>
                </a:solidFill>
                <a:latin typeface="+mn-lt"/>
              </a:rPr>
              <a:t>Adresse de broadcast ou de diffusion</a:t>
            </a:r>
          </a:p>
          <a:p>
            <a:pPr algn="ctr"/>
            <a:r>
              <a:rPr lang="fr-FR" sz="1000" b="0" i="0" dirty="0">
                <a:solidFill>
                  <a:srgbClr val="505050"/>
                </a:solidFill>
                <a:effectLst/>
                <a:latin typeface="+mn-lt"/>
              </a:rPr>
              <a:t> l'adresse où tous les bits d'hôte sont mis à 1</a:t>
            </a:r>
          </a:p>
          <a:p>
            <a:pPr algn="ctr"/>
            <a:r>
              <a:rPr lang="fr-FR" sz="1000" dirty="0">
                <a:solidFill>
                  <a:srgbClr val="505050"/>
                </a:solidFill>
                <a:highlight>
                  <a:srgbClr val="FFFF00"/>
                </a:highlight>
                <a:latin typeface="+mn-lt"/>
              </a:rPr>
              <a:t>(On garde la partie réseau)</a:t>
            </a:r>
            <a:endParaRPr lang="fr-FR" sz="1000" dirty="0">
              <a:highlight>
                <a:srgbClr val="FFFF00"/>
              </a:highlight>
              <a:latin typeface="+mn-lt"/>
            </a:endParaRPr>
          </a:p>
          <a:p>
            <a:pPr algn="ctr"/>
            <a:r>
              <a:rPr lang="fr-FR" sz="1000" b="0" i="0" dirty="0">
                <a:solidFill>
                  <a:srgbClr val="505050"/>
                </a:solidFill>
                <a:effectLst/>
                <a:latin typeface="+mn-lt"/>
              </a:rPr>
              <a:t>.</a:t>
            </a:r>
            <a:endParaRPr lang="fr-FR" sz="1000" dirty="0">
              <a:latin typeface="+mn-lt"/>
            </a:endParaRPr>
          </a:p>
        </p:txBody>
      </p:sp>
      <p:sp>
        <p:nvSpPr>
          <p:cNvPr id="26" name="Titre 1">
            <a:extLst>
              <a:ext uri="{FF2B5EF4-FFF2-40B4-BE49-F238E27FC236}">
                <a16:creationId xmlns:a16="http://schemas.microsoft.com/office/drawing/2014/main" id="{C37374AE-6812-7C16-6F25-E33CD2E5D9E4}"/>
              </a:ext>
            </a:extLst>
          </p:cNvPr>
          <p:cNvSpPr txBox="1">
            <a:spLocks/>
          </p:cNvSpPr>
          <p:nvPr/>
        </p:nvSpPr>
        <p:spPr>
          <a:xfrm>
            <a:off x="7354858" y="6662666"/>
            <a:ext cx="2922863" cy="166788"/>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900" dirty="0">
                <a:solidFill>
                  <a:schemeClr val="accent3"/>
                </a:solidFill>
                <a:latin typeface="+mn-lt"/>
              </a:rPr>
              <a:t>     </a:t>
            </a:r>
            <a:r>
              <a:rPr lang="fr-FR" sz="900" b="1" dirty="0">
                <a:solidFill>
                  <a:schemeClr val="tx1">
                    <a:lumMod val="50000"/>
                    <a:lumOff val="50000"/>
                  </a:schemeClr>
                </a:solidFill>
                <a:latin typeface="+mn-lt"/>
              </a:rPr>
              <a:t>Adresse inutilisable avec le masque de sous-réseau</a:t>
            </a:r>
          </a:p>
        </p:txBody>
      </p:sp>
      <p:pic>
        <p:nvPicPr>
          <p:cNvPr id="28" name="Graphique 27" descr="Interdit avec un remplissage uni">
            <a:extLst>
              <a:ext uri="{FF2B5EF4-FFF2-40B4-BE49-F238E27FC236}">
                <a16:creationId xmlns:a16="http://schemas.microsoft.com/office/drawing/2014/main" id="{601F9F89-C427-8125-900E-5E65769F1D7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54858" y="6582365"/>
            <a:ext cx="253112" cy="253112"/>
          </a:xfrm>
          <a:prstGeom prst="rect">
            <a:avLst/>
          </a:prstGeom>
        </p:spPr>
      </p:pic>
      <p:pic>
        <p:nvPicPr>
          <p:cNvPr id="29" name="Graphique 28" descr="Interdit avec un remplissage uni">
            <a:extLst>
              <a:ext uri="{FF2B5EF4-FFF2-40B4-BE49-F238E27FC236}">
                <a16:creationId xmlns:a16="http://schemas.microsoft.com/office/drawing/2014/main" id="{0D06A19B-D64D-9BC3-3407-9E74F0EACF4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851763" y="5707446"/>
            <a:ext cx="379718" cy="379718"/>
          </a:xfrm>
          <a:prstGeom prst="rect">
            <a:avLst/>
          </a:prstGeom>
        </p:spPr>
      </p:pic>
      <p:pic>
        <p:nvPicPr>
          <p:cNvPr id="30" name="Graphique 29" descr="Interdit avec un remplissage uni">
            <a:extLst>
              <a:ext uri="{FF2B5EF4-FFF2-40B4-BE49-F238E27FC236}">
                <a16:creationId xmlns:a16="http://schemas.microsoft.com/office/drawing/2014/main" id="{58C41A05-1537-EEE7-177A-A79633DF4DD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294589" y="5707446"/>
            <a:ext cx="379718" cy="379718"/>
          </a:xfrm>
          <a:prstGeom prst="rect">
            <a:avLst/>
          </a:prstGeom>
        </p:spPr>
      </p:pic>
      <p:sp>
        <p:nvSpPr>
          <p:cNvPr id="35" name="Titre 1">
            <a:extLst>
              <a:ext uri="{FF2B5EF4-FFF2-40B4-BE49-F238E27FC236}">
                <a16:creationId xmlns:a16="http://schemas.microsoft.com/office/drawing/2014/main" id="{4A6A8D21-BDAE-9756-CEF7-61827F8D5E4D}"/>
              </a:ext>
            </a:extLst>
          </p:cNvPr>
          <p:cNvSpPr txBox="1">
            <a:spLocks/>
          </p:cNvSpPr>
          <p:nvPr/>
        </p:nvSpPr>
        <p:spPr>
          <a:xfrm>
            <a:off x="161431" y="114674"/>
            <a:ext cx="6983648" cy="681477"/>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r>
              <a:rPr lang="fr-FR" sz="1800" dirty="0"/>
              <a:t>Adressage réseau et masque de sous-réseau</a:t>
            </a:r>
            <a:endParaRPr lang="fr-FR" sz="1200" dirty="0"/>
          </a:p>
        </p:txBody>
      </p:sp>
      <p:cxnSp>
        <p:nvCxnSpPr>
          <p:cNvPr id="37" name="Connecteur droit avec flèche 36">
            <a:extLst>
              <a:ext uri="{FF2B5EF4-FFF2-40B4-BE49-F238E27FC236}">
                <a16:creationId xmlns:a16="http://schemas.microsoft.com/office/drawing/2014/main" id="{991E528D-84BF-E147-8472-83DE6EF7AE66}"/>
              </a:ext>
            </a:extLst>
          </p:cNvPr>
          <p:cNvCxnSpPr>
            <a:cxnSpLocks/>
            <a:stCxn id="3" idx="3"/>
            <a:endCxn id="9" idx="1"/>
          </p:cNvCxnSpPr>
          <p:nvPr/>
        </p:nvCxnSpPr>
        <p:spPr>
          <a:xfrm>
            <a:off x="5989982" y="1551318"/>
            <a:ext cx="492840" cy="0"/>
          </a:xfrm>
          <a:prstGeom prst="straightConnector1">
            <a:avLst/>
          </a:prstGeom>
          <a:ln w="28575"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Connecteur droit avec flèche 38">
            <a:extLst>
              <a:ext uri="{FF2B5EF4-FFF2-40B4-BE49-F238E27FC236}">
                <a16:creationId xmlns:a16="http://schemas.microsoft.com/office/drawing/2014/main" id="{A515FB4E-0E53-1761-A3FA-ABD0EEA36F98}"/>
              </a:ext>
            </a:extLst>
          </p:cNvPr>
          <p:cNvCxnSpPr/>
          <p:nvPr/>
        </p:nvCxnSpPr>
        <p:spPr>
          <a:xfrm>
            <a:off x="5989982" y="2966816"/>
            <a:ext cx="492841" cy="0"/>
          </a:xfrm>
          <a:prstGeom prst="straightConnector1">
            <a:avLst/>
          </a:prstGeom>
          <a:ln w="28575"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0" name="Titre 1">
            <a:extLst>
              <a:ext uri="{FF2B5EF4-FFF2-40B4-BE49-F238E27FC236}">
                <a16:creationId xmlns:a16="http://schemas.microsoft.com/office/drawing/2014/main" id="{A10F0060-C453-56F3-FFA0-5195BEAFD5FD}"/>
              </a:ext>
            </a:extLst>
          </p:cNvPr>
          <p:cNvSpPr txBox="1">
            <a:spLocks/>
          </p:cNvSpPr>
          <p:nvPr/>
        </p:nvSpPr>
        <p:spPr>
          <a:xfrm>
            <a:off x="3542253" y="4354306"/>
            <a:ext cx="2442759" cy="1080482"/>
          </a:xfrm>
          <a:prstGeom prst="rect">
            <a:avLst/>
          </a:prstGeom>
        </p:spPr>
        <p:style>
          <a:lnRef idx="2">
            <a:schemeClr val="accent3"/>
          </a:lnRef>
          <a:fillRef idx="1">
            <a:schemeClr val="lt1"/>
          </a:fillRef>
          <a:effectRef idx="0">
            <a:schemeClr val="accent3"/>
          </a:effectRef>
          <a:fontRef idx="minor">
            <a:schemeClr val="dk1"/>
          </a:fontRef>
        </p:style>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1000" b="1" dirty="0">
                <a:solidFill>
                  <a:schemeClr val="tx1">
                    <a:lumMod val="50000"/>
                    <a:lumOff val="50000"/>
                  </a:schemeClr>
                </a:solidFill>
                <a:latin typeface="+mn-lt"/>
              </a:rPr>
              <a:t>Adressage Applicative ou Port</a:t>
            </a:r>
          </a:p>
          <a:p>
            <a:pPr algn="ctr"/>
            <a:r>
              <a:rPr lang="fr-FR" sz="1000" b="1" dirty="0">
                <a:solidFill>
                  <a:schemeClr val="tx1">
                    <a:lumMod val="50000"/>
                    <a:lumOff val="50000"/>
                  </a:schemeClr>
                </a:solidFill>
                <a:latin typeface="+mn-lt"/>
              </a:rPr>
              <a:t>Trouver une application sur la machine </a:t>
            </a:r>
          </a:p>
          <a:p>
            <a:pPr algn="ctr"/>
            <a:endParaRPr lang="fr-FR" sz="1000" dirty="0">
              <a:latin typeface="+mn-lt"/>
            </a:endParaRPr>
          </a:p>
          <a:p>
            <a:r>
              <a:rPr lang="fr-FR" sz="1000" dirty="0">
                <a:latin typeface="+mn-lt"/>
              </a:rPr>
              <a:t>- 2 octets  </a:t>
            </a:r>
          </a:p>
          <a:p>
            <a:r>
              <a:rPr lang="fr-FR" sz="1000" dirty="0">
                <a:latin typeface="+mn-lt"/>
              </a:rPr>
              <a:t>1 à 1024 : ports réservés</a:t>
            </a:r>
          </a:p>
          <a:p>
            <a:pPr marL="171450" indent="-171450">
              <a:buFont typeface="Wingdings" panose="05000000000000000000" pitchFamily="2" charset="2"/>
              <a:buChar char="Ø"/>
            </a:pPr>
            <a:r>
              <a:rPr lang="fr-FR" sz="1000" dirty="0">
                <a:latin typeface="+mn-lt"/>
              </a:rPr>
              <a:t>65535 : ports libres </a:t>
            </a:r>
          </a:p>
          <a:p>
            <a:r>
              <a:rPr lang="fr-FR" sz="1000" dirty="0">
                <a:latin typeface="+mn-lt"/>
              </a:rPr>
              <a:t>- Couche Transport</a:t>
            </a:r>
          </a:p>
        </p:txBody>
      </p:sp>
      <p:sp>
        <p:nvSpPr>
          <p:cNvPr id="7" name="ZoneTexte 6">
            <a:extLst>
              <a:ext uri="{FF2B5EF4-FFF2-40B4-BE49-F238E27FC236}">
                <a16:creationId xmlns:a16="http://schemas.microsoft.com/office/drawing/2014/main" id="{F3F3EA99-FBE5-FEB7-A627-C020DA42AE75}"/>
              </a:ext>
            </a:extLst>
          </p:cNvPr>
          <p:cNvSpPr txBox="1"/>
          <p:nvPr/>
        </p:nvSpPr>
        <p:spPr>
          <a:xfrm>
            <a:off x="985919" y="4382314"/>
            <a:ext cx="1438214" cy="261610"/>
          </a:xfrm>
          <a:prstGeom prst="rect">
            <a:avLst/>
          </a:prstGeom>
        </p:spPr>
        <p:style>
          <a:lnRef idx="2">
            <a:schemeClr val="accent3"/>
          </a:lnRef>
          <a:fillRef idx="1">
            <a:schemeClr val="lt1"/>
          </a:fillRef>
          <a:effectRef idx="0">
            <a:schemeClr val="accent3"/>
          </a:effectRef>
          <a:fontRef idx="minor">
            <a:schemeClr val="dk1"/>
          </a:fontRef>
        </p:style>
        <p:txBody>
          <a:bodyPr wrap="none" rtlCol="0">
            <a:spAutoFit/>
          </a:bodyPr>
          <a:lstStyle/>
          <a:p>
            <a:pPr algn="ctr"/>
            <a:r>
              <a:rPr lang="fr-FR" sz="1100" dirty="0"/>
              <a:t>Adressage Applicative</a:t>
            </a:r>
          </a:p>
        </p:txBody>
      </p:sp>
    </p:spTree>
    <p:extLst>
      <p:ext uri="{BB962C8B-B14F-4D97-AF65-F5344CB8AC3E}">
        <p14:creationId xmlns:p14="http://schemas.microsoft.com/office/powerpoint/2010/main" val="11447616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B6773992-E191-C2E6-C9F6-FB81128033FC}"/>
              </a:ext>
            </a:extLst>
          </p:cNvPr>
          <p:cNvSpPr txBox="1">
            <a:spLocks/>
          </p:cNvSpPr>
          <p:nvPr/>
        </p:nvSpPr>
        <p:spPr>
          <a:xfrm>
            <a:off x="161431" y="114674"/>
            <a:ext cx="6983648" cy="681477"/>
          </a:xfrm>
          <a:prstGeom prst="rect">
            <a:avLst/>
          </a:prstGeom>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accent1"/>
                </a:solidFill>
                <a:latin typeface="+mn-lt"/>
                <a:ea typeface="+mn-ea"/>
                <a:cs typeface="+mn-cs"/>
              </a:defRPr>
            </a:lvl1pPr>
            <a:lvl2pPr>
              <a:defRPr>
                <a:solidFill>
                  <a:schemeClr val="accent1"/>
                </a:solidFill>
                <a:latin typeface="+mn-lt"/>
                <a:ea typeface="+mn-ea"/>
                <a:cs typeface="+mn-cs"/>
              </a:defRPr>
            </a:lvl2pPr>
            <a:lvl3pPr>
              <a:defRPr>
                <a:solidFill>
                  <a:schemeClr val="accent1"/>
                </a:solidFill>
                <a:latin typeface="+mn-lt"/>
                <a:ea typeface="+mn-ea"/>
                <a:cs typeface="+mn-cs"/>
              </a:defRPr>
            </a:lvl3pPr>
            <a:lvl4pPr>
              <a:defRPr>
                <a:solidFill>
                  <a:schemeClr val="accent1"/>
                </a:solidFill>
                <a:latin typeface="+mn-lt"/>
                <a:ea typeface="+mn-ea"/>
                <a:cs typeface="+mn-cs"/>
              </a:defRPr>
            </a:lvl4pPr>
            <a:lvl5pPr>
              <a:defRPr>
                <a:solidFill>
                  <a:schemeClr val="accent1"/>
                </a:solidFill>
                <a:latin typeface="+mn-lt"/>
                <a:ea typeface="+mn-ea"/>
                <a:cs typeface="+mn-cs"/>
              </a:defRPr>
            </a:lvl5pPr>
            <a:lvl6pPr>
              <a:defRPr>
                <a:solidFill>
                  <a:schemeClr val="accent1"/>
                </a:solidFill>
                <a:latin typeface="+mn-lt"/>
                <a:ea typeface="+mn-ea"/>
                <a:cs typeface="+mn-cs"/>
              </a:defRPr>
            </a:lvl6pPr>
            <a:lvl7pPr>
              <a:defRPr>
                <a:solidFill>
                  <a:schemeClr val="accent1"/>
                </a:solidFill>
                <a:latin typeface="+mn-lt"/>
                <a:ea typeface="+mn-ea"/>
                <a:cs typeface="+mn-cs"/>
              </a:defRPr>
            </a:lvl7pPr>
            <a:lvl8pPr>
              <a:defRPr>
                <a:solidFill>
                  <a:schemeClr val="accent1"/>
                </a:solidFill>
                <a:latin typeface="+mn-lt"/>
                <a:ea typeface="+mn-ea"/>
                <a:cs typeface="+mn-cs"/>
              </a:defRPr>
            </a:lvl8pPr>
            <a:lvl9pPr>
              <a:defRPr>
                <a:solidFill>
                  <a:schemeClr val="accent1"/>
                </a:solidFill>
                <a:latin typeface="+mn-lt"/>
                <a:ea typeface="+mn-ea"/>
                <a:cs typeface="+mn-cs"/>
              </a:defRPr>
            </a:lvl9pPr>
          </a:lstStyle>
          <a:p>
            <a:r>
              <a:rPr lang="fr-FR" sz="1800" dirty="0"/>
              <a:t>Informations spécifiques</a:t>
            </a:r>
            <a:endParaRPr lang="fr-FR" sz="1200" dirty="0"/>
          </a:p>
        </p:txBody>
      </p:sp>
      <p:pic>
        <p:nvPicPr>
          <p:cNvPr id="2" name="Image 1">
            <a:extLst>
              <a:ext uri="{FF2B5EF4-FFF2-40B4-BE49-F238E27FC236}">
                <a16:creationId xmlns:a16="http://schemas.microsoft.com/office/drawing/2014/main" id="{C8949E93-E71F-63A2-5736-A9FBEA9BFFCF}"/>
              </a:ext>
            </a:extLst>
          </p:cNvPr>
          <p:cNvPicPr>
            <a:picLocks noChangeAspect="1"/>
          </p:cNvPicPr>
          <p:nvPr/>
        </p:nvPicPr>
        <p:blipFill rotWithShape="1">
          <a:blip r:embed="rId2"/>
          <a:srcRect b="43390"/>
          <a:stretch/>
        </p:blipFill>
        <p:spPr>
          <a:xfrm>
            <a:off x="183044" y="1404142"/>
            <a:ext cx="2472351" cy="1247962"/>
          </a:xfrm>
          <a:prstGeom prst="rect">
            <a:avLst/>
          </a:prstGeom>
        </p:spPr>
      </p:pic>
      <p:sp>
        <p:nvSpPr>
          <p:cNvPr id="4" name="ZoneTexte 3">
            <a:extLst>
              <a:ext uri="{FF2B5EF4-FFF2-40B4-BE49-F238E27FC236}">
                <a16:creationId xmlns:a16="http://schemas.microsoft.com/office/drawing/2014/main" id="{223BE8B3-2D18-60CB-FEE3-DC86225B04ED}"/>
              </a:ext>
            </a:extLst>
          </p:cNvPr>
          <p:cNvSpPr txBox="1"/>
          <p:nvPr/>
        </p:nvSpPr>
        <p:spPr>
          <a:xfrm>
            <a:off x="118223" y="1028406"/>
            <a:ext cx="2672526" cy="261610"/>
          </a:xfrm>
          <a:prstGeom prst="rect">
            <a:avLst/>
          </a:prstGeom>
          <a:noFill/>
        </p:spPr>
        <p:txBody>
          <a:bodyPr wrap="none" rtlCol="0">
            <a:spAutoFit/>
          </a:bodyPr>
          <a:lstStyle/>
          <a:p>
            <a:r>
              <a:rPr lang="fr-FR" sz="1100" b="1" dirty="0">
                <a:solidFill>
                  <a:schemeClr val="accent1"/>
                </a:solidFill>
              </a:rPr>
              <a:t>Transmission série/ Transmission parallèle</a:t>
            </a:r>
          </a:p>
        </p:txBody>
      </p:sp>
      <p:pic>
        <p:nvPicPr>
          <p:cNvPr id="1026" name="Picture 2" descr="Transmission série — Wikipédia">
            <a:extLst>
              <a:ext uri="{FF2B5EF4-FFF2-40B4-BE49-F238E27FC236}">
                <a16:creationId xmlns:a16="http://schemas.microsoft.com/office/drawing/2014/main" id="{09EB88A9-D3DC-8839-A580-9F734990922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7347"/>
          <a:stretch/>
        </p:blipFill>
        <p:spPr bwMode="auto">
          <a:xfrm>
            <a:off x="130635" y="2821270"/>
            <a:ext cx="2516227" cy="956945"/>
          </a:xfrm>
          <a:prstGeom prst="rect">
            <a:avLst/>
          </a:prstGeom>
          <a:noFill/>
          <a:extLst>
            <a:ext uri="{909E8E84-426E-40DD-AFC4-6F175D3DCCD1}">
              <a14:hiddenFill xmlns:a14="http://schemas.microsoft.com/office/drawing/2010/main">
                <a:solidFill>
                  <a:srgbClr val="FFFFFF"/>
                </a:solidFill>
              </a14:hiddenFill>
            </a:ext>
          </a:extLst>
        </p:spPr>
      </p:pic>
      <p:sp>
        <p:nvSpPr>
          <p:cNvPr id="9" name="ZoneTexte 8">
            <a:extLst>
              <a:ext uri="{FF2B5EF4-FFF2-40B4-BE49-F238E27FC236}">
                <a16:creationId xmlns:a16="http://schemas.microsoft.com/office/drawing/2014/main" id="{0DA62746-9268-A170-79BC-DB3276854FD3}"/>
              </a:ext>
            </a:extLst>
          </p:cNvPr>
          <p:cNvSpPr txBox="1"/>
          <p:nvPr/>
        </p:nvSpPr>
        <p:spPr>
          <a:xfrm>
            <a:off x="2800407" y="1805613"/>
            <a:ext cx="3295593" cy="600164"/>
          </a:xfrm>
          <a:prstGeom prst="rect">
            <a:avLst/>
          </a:prstGeom>
          <a:noFill/>
        </p:spPr>
        <p:txBody>
          <a:bodyPr wrap="square" rtlCol="0">
            <a:spAutoFit/>
          </a:bodyPr>
          <a:lstStyle/>
          <a:p>
            <a:pPr marL="171450" indent="-171450">
              <a:buFont typeface="Courier New" panose="02070309020205020404" pitchFamily="49" charset="0"/>
              <a:buChar char="o"/>
            </a:pPr>
            <a:r>
              <a:rPr lang="fr-FR" sz="1100" dirty="0"/>
              <a:t>Bits envoyés en mm temps</a:t>
            </a:r>
          </a:p>
          <a:p>
            <a:pPr marL="171450" indent="-171450">
              <a:buFont typeface="Courier New" panose="02070309020205020404" pitchFamily="49" charset="0"/>
              <a:buChar char="o"/>
            </a:pPr>
            <a:r>
              <a:rPr lang="fr-FR" sz="1100" dirty="0"/>
              <a:t>Courte distance</a:t>
            </a:r>
          </a:p>
          <a:p>
            <a:pPr marL="171450" indent="-171450">
              <a:buFont typeface="Courier New" panose="02070309020205020404" pitchFamily="49" charset="0"/>
              <a:buChar char="o"/>
            </a:pPr>
            <a:r>
              <a:rPr lang="fr-FR" sz="1100" dirty="0"/>
              <a:t>Exple: microprocesseur d’un ordinateur, Peu fiable</a:t>
            </a:r>
          </a:p>
        </p:txBody>
      </p:sp>
      <p:sp>
        <p:nvSpPr>
          <p:cNvPr id="10" name="ZoneTexte 9">
            <a:extLst>
              <a:ext uri="{FF2B5EF4-FFF2-40B4-BE49-F238E27FC236}">
                <a16:creationId xmlns:a16="http://schemas.microsoft.com/office/drawing/2014/main" id="{C83980C2-6BAB-74F2-FCA2-1221917FF4EB}"/>
              </a:ext>
            </a:extLst>
          </p:cNvPr>
          <p:cNvSpPr txBox="1"/>
          <p:nvPr/>
        </p:nvSpPr>
        <p:spPr>
          <a:xfrm>
            <a:off x="2800407" y="2999660"/>
            <a:ext cx="3295593" cy="600164"/>
          </a:xfrm>
          <a:prstGeom prst="rect">
            <a:avLst/>
          </a:prstGeom>
          <a:noFill/>
        </p:spPr>
        <p:txBody>
          <a:bodyPr wrap="square" rtlCol="0">
            <a:spAutoFit/>
          </a:bodyPr>
          <a:lstStyle/>
          <a:p>
            <a:pPr marL="171450" indent="-171450">
              <a:buFont typeface="Courier New" panose="02070309020205020404" pitchFamily="49" charset="0"/>
              <a:buChar char="o"/>
            </a:pPr>
            <a:r>
              <a:rPr lang="fr-FR" sz="1100" dirty="0"/>
              <a:t>Longue distance</a:t>
            </a:r>
          </a:p>
          <a:p>
            <a:pPr marL="171450" indent="-171450">
              <a:buFont typeface="Courier New" panose="02070309020205020404" pitchFamily="49" charset="0"/>
              <a:buChar char="o"/>
            </a:pPr>
            <a:r>
              <a:rPr lang="fr-FR" sz="1100" dirty="0"/>
              <a:t>câble USB, câble date</a:t>
            </a:r>
          </a:p>
          <a:p>
            <a:endParaRPr lang="fr-FR" sz="1100" dirty="0"/>
          </a:p>
        </p:txBody>
      </p:sp>
      <p:sp>
        <p:nvSpPr>
          <p:cNvPr id="15" name="ZoneTexte 14">
            <a:extLst>
              <a:ext uri="{FF2B5EF4-FFF2-40B4-BE49-F238E27FC236}">
                <a16:creationId xmlns:a16="http://schemas.microsoft.com/office/drawing/2014/main" id="{B7C52316-1436-0EBA-815E-BBF775D47E6A}"/>
              </a:ext>
            </a:extLst>
          </p:cNvPr>
          <p:cNvSpPr txBox="1"/>
          <p:nvPr/>
        </p:nvSpPr>
        <p:spPr>
          <a:xfrm>
            <a:off x="7159085" y="1028406"/>
            <a:ext cx="3195105" cy="261610"/>
          </a:xfrm>
          <a:prstGeom prst="rect">
            <a:avLst/>
          </a:prstGeom>
          <a:noFill/>
        </p:spPr>
        <p:txBody>
          <a:bodyPr wrap="none" rtlCol="0">
            <a:spAutoFit/>
          </a:bodyPr>
          <a:lstStyle/>
          <a:p>
            <a:r>
              <a:rPr lang="fr-FR" sz="1100" b="1" dirty="0">
                <a:solidFill>
                  <a:schemeClr val="accent1"/>
                </a:solidFill>
              </a:rPr>
              <a:t>Communication Simplex, Half Duplex et Full Duplex</a:t>
            </a:r>
          </a:p>
        </p:txBody>
      </p:sp>
      <p:pic>
        <p:nvPicPr>
          <p:cNvPr id="16" name="Image 15">
            <a:extLst>
              <a:ext uri="{FF2B5EF4-FFF2-40B4-BE49-F238E27FC236}">
                <a16:creationId xmlns:a16="http://schemas.microsoft.com/office/drawing/2014/main" id="{635EF44C-96BF-EA78-920F-3AC8E32D4D9A}"/>
              </a:ext>
            </a:extLst>
          </p:cNvPr>
          <p:cNvPicPr>
            <a:picLocks noChangeAspect="1"/>
          </p:cNvPicPr>
          <p:nvPr/>
        </p:nvPicPr>
        <p:blipFill>
          <a:blip r:embed="rId4"/>
          <a:stretch>
            <a:fillRect/>
          </a:stretch>
        </p:blipFill>
        <p:spPr>
          <a:xfrm>
            <a:off x="7145079" y="1366056"/>
            <a:ext cx="3986747" cy="2572095"/>
          </a:xfrm>
          <a:prstGeom prst="rect">
            <a:avLst/>
          </a:prstGeom>
        </p:spPr>
      </p:pic>
      <p:pic>
        <p:nvPicPr>
          <p:cNvPr id="17" name="Image 16">
            <a:extLst>
              <a:ext uri="{FF2B5EF4-FFF2-40B4-BE49-F238E27FC236}">
                <a16:creationId xmlns:a16="http://schemas.microsoft.com/office/drawing/2014/main" id="{6DB79418-D9E0-7F45-AEE0-F76DD16F65C9}"/>
              </a:ext>
            </a:extLst>
          </p:cNvPr>
          <p:cNvPicPr>
            <a:picLocks noChangeAspect="1"/>
          </p:cNvPicPr>
          <p:nvPr/>
        </p:nvPicPr>
        <p:blipFill>
          <a:blip r:embed="rId5"/>
          <a:stretch>
            <a:fillRect/>
          </a:stretch>
        </p:blipFill>
        <p:spPr>
          <a:xfrm>
            <a:off x="230831" y="4533989"/>
            <a:ext cx="5139151" cy="2172035"/>
          </a:xfrm>
          <a:prstGeom prst="rect">
            <a:avLst/>
          </a:prstGeom>
        </p:spPr>
      </p:pic>
      <p:sp>
        <p:nvSpPr>
          <p:cNvPr id="18" name="ZoneTexte 17">
            <a:extLst>
              <a:ext uri="{FF2B5EF4-FFF2-40B4-BE49-F238E27FC236}">
                <a16:creationId xmlns:a16="http://schemas.microsoft.com/office/drawing/2014/main" id="{A95FCB67-0107-81C3-A5BC-0B1800BF3247}"/>
              </a:ext>
            </a:extLst>
          </p:cNvPr>
          <p:cNvSpPr txBox="1"/>
          <p:nvPr/>
        </p:nvSpPr>
        <p:spPr>
          <a:xfrm>
            <a:off x="118223" y="4169729"/>
            <a:ext cx="2645276" cy="261610"/>
          </a:xfrm>
          <a:prstGeom prst="rect">
            <a:avLst/>
          </a:prstGeom>
          <a:noFill/>
        </p:spPr>
        <p:txBody>
          <a:bodyPr wrap="none" rtlCol="0">
            <a:spAutoFit/>
          </a:bodyPr>
          <a:lstStyle/>
          <a:p>
            <a:r>
              <a:rPr lang="fr-FR" sz="1100" b="1" dirty="0">
                <a:solidFill>
                  <a:schemeClr val="accent1"/>
                </a:solidFill>
              </a:rPr>
              <a:t>Communication Synchrone et Asynchrone</a:t>
            </a:r>
          </a:p>
        </p:txBody>
      </p:sp>
      <p:sp>
        <p:nvSpPr>
          <p:cNvPr id="19" name="ZoneTexte 18">
            <a:extLst>
              <a:ext uri="{FF2B5EF4-FFF2-40B4-BE49-F238E27FC236}">
                <a16:creationId xmlns:a16="http://schemas.microsoft.com/office/drawing/2014/main" id="{E5BF1616-CEEA-C6FD-C44B-4C485202DFE2}"/>
              </a:ext>
            </a:extLst>
          </p:cNvPr>
          <p:cNvSpPr txBox="1"/>
          <p:nvPr/>
        </p:nvSpPr>
        <p:spPr>
          <a:xfrm>
            <a:off x="7145078" y="4241403"/>
            <a:ext cx="4742122" cy="600164"/>
          </a:xfrm>
          <a:prstGeom prst="rect">
            <a:avLst/>
          </a:prstGeom>
          <a:noFill/>
        </p:spPr>
        <p:txBody>
          <a:bodyPr wrap="square" rtlCol="0">
            <a:spAutoFit/>
          </a:bodyPr>
          <a:lstStyle/>
          <a:p>
            <a:r>
              <a:rPr lang="fr-FR" sz="1100" b="1" dirty="0">
                <a:solidFill>
                  <a:schemeClr val="accent1"/>
                </a:solidFill>
              </a:rPr>
              <a:t>Transceiver : transmetteur/ receveur</a:t>
            </a:r>
          </a:p>
          <a:p>
            <a:r>
              <a:rPr lang="fr-FR" sz="1100" dirty="0"/>
              <a:t>La fonction principale d'un transceiver est de convertir un signal optique en un signal électrique et vice versa</a:t>
            </a:r>
          </a:p>
        </p:txBody>
      </p:sp>
      <p:sp>
        <p:nvSpPr>
          <p:cNvPr id="20" name="ZoneTexte 19">
            <a:extLst>
              <a:ext uri="{FF2B5EF4-FFF2-40B4-BE49-F238E27FC236}">
                <a16:creationId xmlns:a16="http://schemas.microsoft.com/office/drawing/2014/main" id="{6D3E0F88-6FD2-E753-07E2-52EA59AB4F1D}"/>
              </a:ext>
            </a:extLst>
          </p:cNvPr>
          <p:cNvSpPr txBox="1"/>
          <p:nvPr/>
        </p:nvSpPr>
        <p:spPr>
          <a:xfrm>
            <a:off x="7145078" y="5388428"/>
            <a:ext cx="4656664" cy="769441"/>
          </a:xfrm>
          <a:prstGeom prst="rect">
            <a:avLst/>
          </a:prstGeom>
          <a:noFill/>
        </p:spPr>
        <p:txBody>
          <a:bodyPr wrap="square" rtlCol="0">
            <a:spAutoFit/>
          </a:bodyPr>
          <a:lstStyle/>
          <a:p>
            <a:r>
              <a:rPr lang="fr-FR" sz="1100" b="1" dirty="0">
                <a:solidFill>
                  <a:schemeClr val="accent1"/>
                </a:solidFill>
              </a:rPr>
              <a:t>Modem : Modulateur/ démodulateur</a:t>
            </a:r>
          </a:p>
          <a:p>
            <a:r>
              <a:rPr lang="fr-FR" sz="1100" i="1" dirty="0"/>
              <a:t>Un appareil qui convertit votre connexion entrante (câble coaxial, ligne téléphonique, fibre optique ou autre) en connexion Ethernet, qui permet à un routeur Wi-Fi de se connecter à Internet.</a:t>
            </a:r>
          </a:p>
        </p:txBody>
      </p:sp>
      <p:sp>
        <p:nvSpPr>
          <p:cNvPr id="21" name="ZoneTexte 20">
            <a:extLst>
              <a:ext uri="{FF2B5EF4-FFF2-40B4-BE49-F238E27FC236}">
                <a16:creationId xmlns:a16="http://schemas.microsoft.com/office/drawing/2014/main" id="{F1EF5D13-AFF6-DB89-2E69-6521BA561D78}"/>
              </a:ext>
            </a:extLst>
          </p:cNvPr>
          <p:cNvSpPr txBox="1"/>
          <p:nvPr/>
        </p:nvSpPr>
        <p:spPr>
          <a:xfrm>
            <a:off x="8998226" y="114674"/>
            <a:ext cx="2398644" cy="261610"/>
          </a:xfrm>
          <a:prstGeom prst="rect">
            <a:avLst/>
          </a:prstGeom>
          <a:noFill/>
        </p:spPr>
        <p:txBody>
          <a:bodyPr wrap="square" rtlCol="0">
            <a:spAutoFit/>
          </a:bodyPr>
          <a:lstStyle/>
          <a:p>
            <a:r>
              <a:rPr lang="fr-FR" sz="1100" b="1" i="1" dirty="0">
                <a:solidFill>
                  <a:schemeClr val="accent1"/>
                </a:solidFill>
                <a:highlight>
                  <a:srgbClr val="FFFF00"/>
                </a:highlight>
              </a:rPr>
              <a:t>Quand cela intervient-il?</a:t>
            </a:r>
          </a:p>
        </p:txBody>
      </p:sp>
      <p:pic>
        <p:nvPicPr>
          <p:cNvPr id="5" name="Image 4">
            <a:extLst>
              <a:ext uri="{FF2B5EF4-FFF2-40B4-BE49-F238E27FC236}">
                <a16:creationId xmlns:a16="http://schemas.microsoft.com/office/drawing/2014/main" id="{0BB342E8-A0F1-48C0-BFDB-034EB8C7BA50}"/>
              </a:ext>
            </a:extLst>
          </p:cNvPr>
          <p:cNvPicPr>
            <a:picLocks noChangeAspect="1"/>
          </p:cNvPicPr>
          <p:nvPr/>
        </p:nvPicPr>
        <p:blipFill>
          <a:blip r:embed="rId6">
            <a:duotone>
              <a:schemeClr val="accent1">
                <a:shade val="45000"/>
                <a:satMod val="135000"/>
              </a:schemeClr>
              <a:prstClr val="white"/>
            </a:duotone>
          </a:blip>
          <a:stretch>
            <a:fillRect/>
          </a:stretch>
        </p:blipFill>
        <p:spPr>
          <a:xfrm>
            <a:off x="6596674" y="5491944"/>
            <a:ext cx="562411" cy="562411"/>
          </a:xfrm>
          <a:prstGeom prst="rect">
            <a:avLst/>
          </a:prstGeom>
        </p:spPr>
      </p:pic>
      <p:pic>
        <p:nvPicPr>
          <p:cNvPr id="6" name="Image 5">
            <a:extLst>
              <a:ext uri="{FF2B5EF4-FFF2-40B4-BE49-F238E27FC236}">
                <a16:creationId xmlns:a16="http://schemas.microsoft.com/office/drawing/2014/main" id="{9F107E3F-B9A5-8426-A69C-76EEB4E62708}"/>
              </a:ext>
            </a:extLst>
          </p:cNvPr>
          <p:cNvPicPr>
            <a:picLocks noChangeAspect="1"/>
          </p:cNvPicPr>
          <p:nvPr/>
        </p:nvPicPr>
        <p:blipFill>
          <a:blip r:embed="rId7">
            <a:duotone>
              <a:schemeClr val="accent1">
                <a:shade val="45000"/>
                <a:satMod val="135000"/>
              </a:schemeClr>
              <a:prstClr val="white"/>
            </a:duotone>
          </a:blip>
          <a:stretch>
            <a:fillRect/>
          </a:stretch>
        </p:blipFill>
        <p:spPr>
          <a:xfrm>
            <a:off x="6574190" y="4291672"/>
            <a:ext cx="570888" cy="570888"/>
          </a:xfrm>
          <a:prstGeom prst="rect">
            <a:avLst/>
          </a:prstGeom>
        </p:spPr>
      </p:pic>
      <p:sp>
        <p:nvSpPr>
          <p:cNvPr id="7" name="ZoneTexte 6">
            <a:extLst>
              <a:ext uri="{FF2B5EF4-FFF2-40B4-BE49-F238E27FC236}">
                <a16:creationId xmlns:a16="http://schemas.microsoft.com/office/drawing/2014/main" id="{96C199E2-DF18-A0F5-E450-C967D5560C37}"/>
              </a:ext>
            </a:extLst>
          </p:cNvPr>
          <p:cNvSpPr txBox="1"/>
          <p:nvPr/>
        </p:nvSpPr>
        <p:spPr>
          <a:xfrm>
            <a:off x="877944" y="5023986"/>
            <a:ext cx="1621442" cy="507831"/>
          </a:xfrm>
          <a:prstGeom prst="rect">
            <a:avLst/>
          </a:prstGeom>
          <a:noFill/>
        </p:spPr>
        <p:txBody>
          <a:bodyPr wrap="square" rtlCol="0">
            <a:spAutoFit/>
          </a:bodyPr>
          <a:lstStyle/>
          <a:p>
            <a:pPr algn="just"/>
            <a:r>
              <a:rPr lang="fr-FR" sz="900" dirty="0"/>
              <a:t>Echange en temps réel. Il s’agit d’une communication directe entre deux interlocuteurs</a:t>
            </a:r>
          </a:p>
        </p:txBody>
      </p:sp>
      <p:sp>
        <p:nvSpPr>
          <p:cNvPr id="8" name="ZoneTexte 7">
            <a:extLst>
              <a:ext uri="{FF2B5EF4-FFF2-40B4-BE49-F238E27FC236}">
                <a16:creationId xmlns:a16="http://schemas.microsoft.com/office/drawing/2014/main" id="{E7EF4B38-34E0-756A-5113-FD4000C56F8C}"/>
              </a:ext>
            </a:extLst>
          </p:cNvPr>
          <p:cNvSpPr txBox="1"/>
          <p:nvPr/>
        </p:nvSpPr>
        <p:spPr>
          <a:xfrm>
            <a:off x="3236567" y="6075466"/>
            <a:ext cx="1525468" cy="230832"/>
          </a:xfrm>
          <a:prstGeom prst="rect">
            <a:avLst/>
          </a:prstGeom>
          <a:noFill/>
        </p:spPr>
        <p:txBody>
          <a:bodyPr wrap="square" rtlCol="0">
            <a:spAutoFit/>
          </a:bodyPr>
          <a:lstStyle/>
          <a:p>
            <a:r>
              <a:rPr lang="fr-FR" sz="900" dirty="0"/>
              <a:t>Echange en mode différé </a:t>
            </a:r>
          </a:p>
        </p:txBody>
      </p:sp>
      <p:sp>
        <p:nvSpPr>
          <p:cNvPr id="11" name="Titre 10">
            <a:extLst>
              <a:ext uri="{FF2B5EF4-FFF2-40B4-BE49-F238E27FC236}">
                <a16:creationId xmlns:a16="http://schemas.microsoft.com/office/drawing/2014/main" id="{AD69C7ED-1BFF-19F5-1D63-8F3A137E681A}"/>
              </a:ext>
            </a:extLst>
          </p:cNvPr>
          <p:cNvSpPr>
            <a:spLocks noGrp="1"/>
          </p:cNvSpPr>
          <p:nvPr>
            <p:ph type="title"/>
          </p:nvPr>
        </p:nvSpPr>
        <p:spPr/>
        <p:txBody>
          <a:bodyPr/>
          <a:lstStyle/>
          <a:p>
            <a:endParaRPr lang="fr-FR"/>
          </a:p>
        </p:txBody>
      </p:sp>
      <p:sp>
        <p:nvSpPr>
          <p:cNvPr id="13" name="Espace réservé du contenu 12">
            <a:extLst>
              <a:ext uri="{FF2B5EF4-FFF2-40B4-BE49-F238E27FC236}">
                <a16:creationId xmlns:a16="http://schemas.microsoft.com/office/drawing/2014/main" id="{B7812376-19D8-D0C0-ED93-5380CD594B43}"/>
              </a:ext>
            </a:extLst>
          </p:cNvPr>
          <p:cNvSpPr>
            <a:spLocks noGrp="1"/>
          </p:cNvSpPr>
          <p:nvPr>
            <p:ph idx="1"/>
          </p:nvPr>
        </p:nvSpPr>
        <p:spPr/>
        <p:txBody>
          <a:bodyPr/>
          <a:lstStyle/>
          <a:p>
            <a:endParaRPr lang="fr-FR"/>
          </a:p>
        </p:txBody>
      </p:sp>
      <p:sp>
        <p:nvSpPr>
          <p:cNvPr id="12" name="Espace réservé du numéro de diapositive 11">
            <a:extLst>
              <a:ext uri="{FF2B5EF4-FFF2-40B4-BE49-F238E27FC236}">
                <a16:creationId xmlns:a16="http://schemas.microsoft.com/office/drawing/2014/main" id="{7D9D4DD4-3DA4-55C5-9A57-27BC4BC4CE8A}"/>
              </a:ext>
            </a:extLst>
          </p:cNvPr>
          <p:cNvSpPr>
            <a:spLocks noGrp="1"/>
          </p:cNvSpPr>
          <p:nvPr>
            <p:ph type="sldNum" sz="quarter" idx="12"/>
          </p:nvPr>
        </p:nvSpPr>
        <p:spPr/>
        <p:txBody>
          <a:bodyPr/>
          <a:lstStyle/>
          <a:p>
            <a:fld id="{A1788E4B-14DA-4295-B966-6520CEF7CCFD}" type="slidenum">
              <a:rPr lang="fr-FR" smtClean="0"/>
              <a:t>36</a:t>
            </a:fld>
            <a:endParaRPr lang="fr-FR"/>
          </a:p>
        </p:txBody>
      </p:sp>
    </p:spTree>
    <p:extLst>
      <p:ext uri="{BB962C8B-B14F-4D97-AF65-F5344CB8AC3E}">
        <p14:creationId xmlns:p14="http://schemas.microsoft.com/office/powerpoint/2010/main" val="32206812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C81BF255-DD9B-1CDB-1184-AA2EBF10CDA9}"/>
              </a:ext>
            </a:extLst>
          </p:cNvPr>
          <p:cNvSpPr>
            <a:spLocks noGrp="1"/>
          </p:cNvSpPr>
          <p:nvPr>
            <p:ph type="title"/>
          </p:nvPr>
        </p:nvSpPr>
        <p:spPr>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a:normAutofit/>
          </a:bodyPr>
          <a:lstStyle/>
          <a:p>
            <a:r>
              <a:rPr lang="fr-FR" sz="1800" dirty="0">
                <a:solidFill>
                  <a:schemeClr val="accent1"/>
                </a:solidFill>
              </a:rPr>
              <a:t>VALEURS DE CHAQUE BIT DANS UN OCTET</a:t>
            </a:r>
          </a:p>
        </p:txBody>
      </p:sp>
      <p:sp>
        <p:nvSpPr>
          <p:cNvPr id="2" name="Espace réservé du contenu 1">
            <a:extLst>
              <a:ext uri="{FF2B5EF4-FFF2-40B4-BE49-F238E27FC236}">
                <a16:creationId xmlns:a16="http://schemas.microsoft.com/office/drawing/2014/main" id="{3D21C1A4-24C7-A143-74C4-B3DD84C0ADFE}"/>
              </a:ext>
            </a:extLst>
          </p:cNvPr>
          <p:cNvSpPr>
            <a:spLocks noGrp="1"/>
          </p:cNvSpPr>
          <p:nvPr>
            <p:ph idx="1"/>
          </p:nvPr>
        </p:nvSpPr>
        <p:spPr/>
        <p:txBody>
          <a:bodyPr/>
          <a:lstStyle/>
          <a:p>
            <a:endParaRPr lang="fr-FR"/>
          </a:p>
        </p:txBody>
      </p:sp>
      <p:sp>
        <p:nvSpPr>
          <p:cNvPr id="3" name="Espace réservé du numéro de diapositive 2">
            <a:extLst>
              <a:ext uri="{FF2B5EF4-FFF2-40B4-BE49-F238E27FC236}">
                <a16:creationId xmlns:a16="http://schemas.microsoft.com/office/drawing/2014/main" id="{190FFBBE-71C8-CA86-7B42-2D0EBA1BA1EE}"/>
              </a:ext>
            </a:extLst>
          </p:cNvPr>
          <p:cNvSpPr>
            <a:spLocks noGrp="1"/>
          </p:cNvSpPr>
          <p:nvPr>
            <p:ph type="sldNum" sz="quarter" idx="12"/>
          </p:nvPr>
        </p:nvSpPr>
        <p:spPr/>
        <p:txBody>
          <a:bodyPr/>
          <a:lstStyle/>
          <a:p>
            <a:fld id="{A1788E4B-14DA-4295-B966-6520CEF7CCFD}" type="slidenum">
              <a:rPr lang="fr-FR" smtClean="0"/>
              <a:t>37</a:t>
            </a:fld>
            <a:endParaRPr lang="fr-FR"/>
          </a:p>
        </p:txBody>
      </p:sp>
      <p:pic>
        <p:nvPicPr>
          <p:cNvPr id="6" name="Image 5">
            <a:extLst>
              <a:ext uri="{FF2B5EF4-FFF2-40B4-BE49-F238E27FC236}">
                <a16:creationId xmlns:a16="http://schemas.microsoft.com/office/drawing/2014/main" id="{9180719E-95FE-7F49-3D09-DCD91265E133}"/>
              </a:ext>
            </a:extLst>
          </p:cNvPr>
          <p:cNvPicPr>
            <a:picLocks noChangeAspect="1"/>
          </p:cNvPicPr>
          <p:nvPr/>
        </p:nvPicPr>
        <p:blipFill>
          <a:blip r:embed="rId2"/>
          <a:stretch>
            <a:fillRect/>
          </a:stretch>
        </p:blipFill>
        <p:spPr>
          <a:xfrm>
            <a:off x="894907" y="1432269"/>
            <a:ext cx="8991600" cy="1343025"/>
          </a:xfrm>
          <a:prstGeom prst="rect">
            <a:avLst/>
          </a:prstGeom>
        </p:spPr>
      </p:pic>
    </p:spTree>
    <p:extLst>
      <p:ext uri="{BB962C8B-B14F-4D97-AF65-F5344CB8AC3E}">
        <p14:creationId xmlns:p14="http://schemas.microsoft.com/office/powerpoint/2010/main" val="222697298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3159</TotalTime>
  <Words>6274</Words>
  <Application>Microsoft Office PowerPoint</Application>
  <PresentationFormat>Grand écran</PresentationFormat>
  <Paragraphs>745</Paragraphs>
  <Slides>37</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37</vt:i4>
      </vt:variant>
    </vt:vector>
  </HeadingPairs>
  <TitlesOfParts>
    <vt:vector size="45" baseType="lpstr">
      <vt:lpstr>agrandirnarrow</vt:lpstr>
      <vt:lpstr>Arial</vt:lpstr>
      <vt:lpstr>Calibri</vt:lpstr>
      <vt:lpstr>Calibri Light</vt:lpstr>
      <vt:lpstr>Courier New</vt:lpstr>
      <vt:lpstr>Rubik</vt:lpstr>
      <vt:lpstr>Wingdings</vt:lpstr>
      <vt:lpstr>Thème Office</vt:lpstr>
      <vt:lpstr>Présentation PowerPoint</vt:lpstr>
      <vt:lpstr>Présentation PowerPoint</vt:lpstr>
      <vt:lpstr>Présentation PowerPoint</vt:lpstr>
      <vt:lpstr>Présentation PowerPoint</vt:lpstr>
      <vt:lpstr>LE MODELE OSI  Il peut être considéré comme un langage universel pour les réseaux informatiques, il est basé sur le concept consistant à diviser un système de communication en sept couches abstraites empilées les uns sur les autres</vt:lpstr>
      <vt:lpstr>MODÈLE TCP/IP et protocoles + gère un taux élevé d’erreurs une faible surcharge des données capacité de prolonger avec des sous réseaux</vt:lpstr>
      <vt:lpstr>MODÈLE TCP/IP , OSI et protocole + gère un taux élevé d’erreurs une faible surcharge des données capacité de prolonger avec des sous réseaux</vt:lpstr>
      <vt:lpstr>MODELE OSI : ENCAPSULATION DES DONNEES </vt:lpstr>
      <vt:lpstr>MODELE TCP/IP: ENCAPSULATION DES DONNEES </vt:lpstr>
      <vt:lpstr>Présentation PowerPoint</vt:lpstr>
      <vt:lpstr>Présentation PowerPoint</vt:lpstr>
      <vt:lpstr>Présentation PowerPoint</vt:lpstr>
      <vt:lpstr>Présentation PowerPoint</vt:lpstr>
      <vt:lpstr>Présentation PowerPoint</vt:lpstr>
      <vt:lpstr>Adressage Réseau   L'adresse réseau est une identification unique du réseau. Chaque périphérique du même sous-réseau partage cette adresse réseau dans son adresse IP.</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HTTP Le protocole que vous administrerez toute votre carrière HTTP est un protocole texte, requête/réponse, au-dessus de TCP (port 80, ou 443 via TLS) </vt:lpstr>
      <vt:lpstr>Le TLS</vt:lpstr>
      <vt:lpstr>Le TLS</vt:lpstr>
      <vt:lpstr>La répartition de charge Un service, plusieurs serveurs </vt:lpstr>
      <vt:lpstr>Présentation PowerPoint</vt:lpstr>
      <vt:lpstr>Présentation PowerPoint</vt:lpstr>
      <vt:lpstr>Annexes – A modifier</vt:lpstr>
      <vt:lpstr>Protocoles TCP/IP les plus courants</vt:lpstr>
      <vt:lpstr>Adressage Réseau   L'adresse réseau est une identification unique du réseau. Chaque périphérique du même sous-réseau partage cette adresse réseau dans son adresse IP.</vt:lpstr>
      <vt:lpstr>Présentation PowerPoint</vt:lpstr>
      <vt:lpstr>VALEURS DE CHAQUE BIT DANS UN OCTET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ZOUNON Ines</dc:creator>
  <cp:lastModifiedBy>Ines Zounon</cp:lastModifiedBy>
  <cp:revision>3</cp:revision>
  <dcterms:created xsi:type="dcterms:W3CDTF">2024-12-16T13:18:58Z</dcterms:created>
  <dcterms:modified xsi:type="dcterms:W3CDTF">2026-09-03T13:24:09Z</dcterms:modified>
</cp:coreProperties>
</file>